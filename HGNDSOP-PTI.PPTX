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3"/>
    <p:sldId id="309" r:id="rId4"/>
    <p:sldId id="310" r:id="rId5"/>
    <p:sldId id="311" r:id="rId6"/>
    <p:sldId id="314" r:id="rId7"/>
    <p:sldId id="315" r:id="rId8"/>
    <p:sldId id="313" r:id="rId9"/>
    <p:sldId id="316" r:id="rId10"/>
    <p:sldId id="317" r:id="rId11"/>
    <p:sldId id="328" r:id="rId12"/>
    <p:sldId id="318" r:id="rId13"/>
    <p:sldId id="319" r:id="rId14"/>
    <p:sldId id="320" r:id="rId15"/>
    <p:sldId id="325" r:id="rId16"/>
    <p:sldId id="322" r:id="rId17"/>
    <p:sldId id="260" r:id="rId18"/>
  </p:sldIdLst>
  <p:sldSz cx="9721850" cy="61214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3FB"/>
    <a:srgbClr val="6699FF"/>
    <a:srgbClr val="9999FF"/>
    <a:srgbClr val="FFCCCC"/>
    <a:srgbClr val="E2E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29" autoAdjust="0"/>
  </p:normalViewPr>
  <p:slideViewPr>
    <p:cSldViewPr>
      <p:cViewPr varScale="1">
        <p:scale>
          <a:sx n="71" d="100"/>
          <a:sy n="71" d="100"/>
        </p:scale>
        <p:origin x="-216" y="-102"/>
      </p:cViewPr>
      <p:guideLst>
        <p:guide orient="horz" pos="1928"/>
        <p:guide pos="30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28DA89-4A7F-4091-A91B-C3EA3C0731E9}" type="doc">
      <dgm:prSet loTypeId="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0359439-988F-4D83-BD75-278375EEA7F8}">
      <dgm:prSet phldrT="[文字]"/>
      <dgm:spPr>
        <a:solidFill>
          <a:srgbClr val="C00000"/>
        </a:solidFill>
      </dgm:spPr>
      <dgm:t>
        <a:bodyPr/>
        <a:lstStyle/>
        <a:p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Before</a:t>
          </a:r>
          <a:endParaRPr lang="zh-TW" altLang="en-US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B5FD26A9-8758-4D60-A98B-9CCBB1A40B63}" cxnId="{DBDFAB88-8173-40BB-B964-EBD18C38E32F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C57D6488-2AFE-4B57-82B6-4DD049B775BB}" cxnId="{DBDFAB88-8173-40BB-B964-EBD18C38E32F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71DCE449-FEAA-4979-B511-CEBA67396FE4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T</a:t>
          </a:r>
          <a:r>
            <a:rPr lang="zh-TW" altLang="en-US" dirty="0" smtClean="0">
              <a:latin typeface="Noto Serif CJK TC Black" pitchFamily="18" charset="-128"/>
              <a:ea typeface="Noto Serif CJK TC Black" pitchFamily="18" charset="-128"/>
            </a:rPr>
            <a:t>emplate 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shared every</a:t>
          </a:r>
          <a:r>
            <a:rPr lang="zh-TW" altLang="en-US" dirty="0" smtClean="0">
              <a:latin typeface="Noto Serif CJK TC Black" pitchFamily="18" charset="-128"/>
              <a:ea typeface="Noto Serif CJK TC Black" pitchFamily="18" charset="-128"/>
            </a:rPr>
            <a:t>where</a:t>
          </a:r>
          <a:endParaRPr lang="zh-TW" altLang="en-US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8779ACC9-8C68-4273-89B2-C8B7E820E709}" cxnId="{EB411566-D20E-473D-A7E2-AE468097E384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A7CB116C-F8B5-4D66-8CD7-BA745EFCECD9}" cxnId="{EB411566-D20E-473D-A7E2-AE468097E384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CA741449-7996-4F41-8EFB-C89FEEE291C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>
              <a:latin typeface="Noto Serif CJK TC Black" pitchFamily="18" charset="-128"/>
              <a:ea typeface="Noto Serif CJK TC Black" pitchFamily="18" charset="-128"/>
            </a:rPr>
            <a:t>Didn't signed by managers </a:t>
          </a:r>
          <a:r>
            <a:rPr lang="zh-TW" altLang="en-US" dirty="0">
              <a:latin typeface="Noto Serif CJK TC Black" pitchFamily="18" charset="-128"/>
              <a:ea typeface="Noto Serif CJK TC Black" pitchFamily="18" charset="-128"/>
            </a:rPr>
            <a:t/>
          </a:r>
          <a:endParaRPr lang="zh-TW" altLang="en-US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45040F6B-32C0-4227-BB64-3BE8D7400063}" cxnId="{A3830DB6-7546-49CB-ACB1-5F6647BA9D35}" type="parTrans">
      <dgm:prSet/>
      <dgm:spPr/>
    </dgm:pt>
    <dgm:pt modelId="{9E9ED72C-41FD-4A33-8D43-44C507E00239}" cxnId="{A3830DB6-7546-49CB-ACB1-5F6647BA9D35}" type="sibTrans">
      <dgm:prSet/>
      <dgm:spPr/>
    </dgm:pt>
    <dgm:pt modelId="{2F9B2925-43B6-471F-AA8E-F3BD8D7910A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NDA search difficulty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/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961B4AFB-7EB2-4F4C-AF96-EBC00EF38D5B}" cxnId="{A6A3CF7F-C7F6-45D7-AE7C-6E6F5594988A}" type="parTrans">
      <dgm:prSet/>
      <dgm:spPr/>
    </dgm:pt>
    <dgm:pt modelId="{BF3EB18F-BF34-4A6A-B9FB-15E93271E1B4}" cxnId="{A6A3CF7F-C7F6-45D7-AE7C-6E6F5594988A}" type="sibTrans">
      <dgm:prSet/>
      <dgm:spPr/>
    </dgm:pt>
    <dgm:pt modelId="{0C1DBBC2-4762-4468-AD1D-DAB2A9BBEA10}">
      <dgm:prSet phldrT="[文字]"/>
      <dgm:spPr/>
      <dgm:t>
        <a:bodyPr/>
        <a:lstStyle/>
        <a:p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After</a:t>
          </a:r>
          <a:endParaRPr lang="zh-TW" altLang="en-US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EE23153A-90B9-4797-B166-2BA3AA9E850C}" cxnId="{1D93018B-AD20-415E-AE31-922BC3AEC465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74080CF0-139F-4B0A-8226-2FF85B6C96DB}" cxnId="{1D93018B-AD20-415E-AE31-922BC3AEC465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6EC8886E-2F00-40EE-AA05-D39B2FAFC3CB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dirty="0" smtClean="0">
              <a:latin typeface="Noto Serif CJK TC Black" pitchFamily="18" charset="-128"/>
              <a:ea typeface="Noto Serif CJK TC Black" pitchFamily="18" charset="-128"/>
            </a:rPr>
            <a:t>Process </a:t>
          </a:r>
          <a:r>
            <a:rPr lang="en-US" dirty="0" smtClean="0">
              <a:latin typeface="Noto Serif CJK TC Black" pitchFamily="18" charset="-128"/>
              <a:ea typeface="Noto Serif CJK TC Black" pitchFamily="18" charset="-128"/>
            </a:rPr>
            <a:t>S</a:t>
          </a:r>
          <a:r>
            <a:rPr dirty="0" smtClean="0">
              <a:latin typeface="Noto Serif CJK TC Black" pitchFamily="18" charset="-128"/>
              <a:ea typeface="Noto Serif CJK TC Black" pitchFamily="18" charset="-128"/>
            </a:rPr>
            <a:t>tandardization</a:t>
          </a:r>
          <a:endParaRPr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29F0A6C9-C8B4-4EF6-BB08-B72E34489A87}" cxnId="{89547A81-85C1-49C3-BCED-9AAAA0A405FD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77991CBD-3B1C-4B09-BBD5-FD70BDCF5D58}" cxnId="{89547A81-85C1-49C3-BCED-9AAAA0A405FD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19D2535E-CFCA-47B6-96DE-FDFF9DBE0C9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solidFill>
                <a:srgbClr val="0070C0"/>
              </a:solidFill>
              <a:latin typeface="Noto Serif CJK TC Black" pitchFamily="18" charset="-128"/>
              <a:ea typeface="Noto Serif CJK TC Black" pitchFamily="18" charset="-128"/>
            </a:rPr>
            <a:t>Need Dept. manager approval in system</a:t>
          </a:r>
          <a:endParaRPr lang="en-US" altLang="zh-TW" dirty="0" smtClean="0">
            <a:solidFill>
              <a:srgbClr val="0070C0"/>
            </a:solidFill>
            <a:latin typeface="Noto Serif CJK TC Black" pitchFamily="18" charset="-128"/>
            <a:ea typeface="Noto Serif CJK TC Black" pitchFamily="18" charset="-128"/>
          </a:endParaRPr>
        </a:p>
      </dgm:t>
    </dgm:pt>
    <dgm:pt modelId="{DFB2451D-29CA-44A0-AA5C-32F0F39B8A80}" cxnId="{49C2AE06-0CAF-4E09-B8B1-BDB99244480E}" type="parTrans">
      <dgm:prSet/>
      <dgm:spPr/>
    </dgm:pt>
    <dgm:pt modelId="{6B98BFC8-BFED-4809-A84C-9A04124A1F4A}" cxnId="{49C2AE06-0CAF-4E09-B8B1-BDB99244480E}" type="sibTrans">
      <dgm:prSet/>
      <dgm:spPr/>
    </dgm:pt>
    <dgm:pt modelId="{A73A6B73-725F-48C0-B61F-87437490A54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 smtClean="0">
              <a:latin typeface="Noto Serif CJK TC Black" pitchFamily="18" charset="-128"/>
              <a:ea typeface="Noto Serif CJK TC Black" pitchFamily="18" charset="-128"/>
            </a:rPr>
            <a:t>The unique QR Code for everyone</a:t>
          </a:r>
          <a:r>
            <a:rPr lang="en-US" dirty="0">
              <a:solidFill>
                <a:srgbClr val="0070C0"/>
              </a:solidFill>
              <a:latin typeface="Noto Serif CJK TC Black" pitchFamily="18" charset="-128"/>
              <a:ea typeface="Noto Serif CJK TC Black" pitchFamily="18" charset="-128"/>
            </a:rPr>
            <a:t/>
          </a:r>
          <a:endParaRPr lang="en-US" dirty="0">
            <a:solidFill>
              <a:srgbClr val="0070C0"/>
            </a:solidFill>
            <a:latin typeface="Noto Serif CJK TC Black" pitchFamily="18" charset="-128"/>
            <a:ea typeface="Noto Serif CJK TC Black" pitchFamily="18" charset="-128"/>
          </a:endParaRPr>
        </a:p>
      </dgm:t>
    </dgm:pt>
    <dgm:pt modelId="{4D69D3D1-5E8C-45C0-8486-7806A5F89024}" cxnId="{885EB879-9477-46BF-B010-CEE5796C2232}" type="parTrans">
      <dgm:prSet/>
      <dgm:spPr/>
    </dgm:pt>
    <dgm:pt modelId="{81A3CA50-FC14-46E9-80F7-B1C86470D359}" cxnId="{885EB879-9477-46BF-B010-CEE5796C2232}" type="sibTrans">
      <dgm:prSet/>
      <dgm:spPr/>
    </dgm:pt>
    <dgm:pt modelId="{0FF9D33A-6040-47A5-B5E0-1C2EFC5EF383}" type="pres">
      <dgm:prSet presAssocID="{5328DA89-4A7F-4091-A91B-C3EA3C0731E9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zh-TW" altLang="en-US"/>
        </a:p>
      </dgm:t>
    </dgm:pt>
    <dgm:pt modelId="{FC2892E7-C90A-443B-BEEC-161A7BC7E06C}" type="pres">
      <dgm:prSet presAssocID="{E0359439-988F-4D83-BD75-278375EEA7F8}" presName="linNode" presStyleCnt="0"/>
      <dgm:spPr/>
    </dgm:pt>
    <dgm:pt modelId="{5C561BDD-E189-4ED7-9E70-2018C7809D4A}" type="pres">
      <dgm:prSet presAssocID="{E0359439-988F-4D83-BD75-278375EEA7F8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40A3306-672C-400A-9128-CF03374D3009}" type="pres">
      <dgm:prSet presAssocID="{E0359439-988F-4D83-BD75-278375EEA7F8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FAEEBE8-E0DF-4C6B-83A8-0890350C1FEC}" type="pres">
      <dgm:prSet presAssocID="{C57D6488-2AFE-4B57-82B6-4DD049B775BB}" presName="spacing" presStyleCnt="0"/>
      <dgm:spPr/>
    </dgm:pt>
    <dgm:pt modelId="{DEA8D73D-F199-4FD0-AC18-394CEBFE5F2A}" type="pres">
      <dgm:prSet presAssocID="{0C1DBBC2-4762-4468-AD1D-DAB2A9BBEA10}" presName="linNode" presStyleCnt="0"/>
      <dgm:spPr/>
    </dgm:pt>
    <dgm:pt modelId="{00A98F9F-C792-43F8-B206-0AB668DE529E}" type="pres">
      <dgm:prSet presAssocID="{0C1DBBC2-4762-4468-AD1D-DAB2A9BBEA10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23B7CED4-A8FB-4BA2-89BC-9D50BADBF1E7}" type="pres">
      <dgm:prSet presAssocID="{0C1DBBC2-4762-4468-AD1D-DAB2A9BBEA10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DBDFAB88-8173-40BB-B964-EBD18C38E32F}" srcId="{5328DA89-4A7F-4091-A91B-C3EA3C0731E9}" destId="{E0359439-988F-4D83-BD75-278375EEA7F8}" srcOrd="0" destOrd="0" parTransId="{B5FD26A9-8758-4D60-A98B-9CCBB1A40B63}" sibTransId="{C57D6488-2AFE-4B57-82B6-4DD049B775BB}"/>
    <dgm:cxn modelId="{EB411566-D20E-473D-A7E2-AE468097E384}" srcId="{E0359439-988F-4D83-BD75-278375EEA7F8}" destId="{71DCE449-FEAA-4979-B511-CEBA67396FE4}" srcOrd="0" destOrd="0" parTransId="{8779ACC9-8C68-4273-89B2-C8B7E820E709}" sibTransId="{A7CB116C-F8B5-4D66-8CD7-BA745EFCECD9}"/>
    <dgm:cxn modelId="{A3830DB6-7546-49CB-ACB1-5F6647BA9D35}" srcId="{E0359439-988F-4D83-BD75-278375EEA7F8}" destId="{CA741449-7996-4F41-8EFB-C89FEEE291C9}" srcOrd="1" destOrd="0" parTransId="{45040F6B-32C0-4227-BB64-3BE8D7400063}" sibTransId="{9E9ED72C-41FD-4A33-8D43-44C507E00239}"/>
    <dgm:cxn modelId="{A6A3CF7F-C7F6-45D7-AE7C-6E6F5594988A}" srcId="{E0359439-988F-4D83-BD75-278375EEA7F8}" destId="{2F9B2925-43B6-471F-AA8E-F3BD8D7910A6}" srcOrd="2" destOrd="0" parTransId="{961B4AFB-7EB2-4F4C-AF96-EBC00EF38D5B}" sibTransId="{BF3EB18F-BF34-4A6A-B9FB-15E93271E1B4}"/>
    <dgm:cxn modelId="{1D93018B-AD20-415E-AE31-922BC3AEC465}" srcId="{5328DA89-4A7F-4091-A91B-C3EA3C0731E9}" destId="{0C1DBBC2-4762-4468-AD1D-DAB2A9BBEA10}" srcOrd="1" destOrd="0" parTransId="{EE23153A-90B9-4797-B166-2BA3AA9E850C}" sibTransId="{74080CF0-139F-4B0A-8226-2FF85B6C96DB}"/>
    <dgm:cxn modelId="{89547A81-85C1-49C3-BCED-9AAAA0A405FD}" srcId="{0C1DBBC2-4762-4468-AD1D-DAB2A9BBEA10}" destId="{6EC8886E-2F00-40EE-AA05-D39B2FAFC3CB}" srcOrd="0" destOrd="1" parTransId="{29F0A6C9-C8B4-4EF6-BB08-B72E34489A87}" sibTransId="{77991CBD-3B1C-4B09-BBD5-FD70BDCF5D58}"/>
    <dgm:cxn modelId="{49C2AE06-0CAF-4E09-B8B1-BDB99244480E}" srcId="{0C1DBBC2-4762-4468-AD1D-DAB2A9BBEA10}" destId="{19D2535E-CFCA-47B6-96DE-FDFF9DBE0C9C}" srcOrd="1" destOrd="1" parTransId="{DFB2451D-29CA-44A0-AA5C-32F0F39B8A80}" sibTransId="{6B98BFC8-BFED-4809-A84C-9A04124A1F4A}"/>
    <dgm:cxn modelId="{885EB879-9477-46BF-B010-CEE5796C2232}" srcId="{0C1DBBC2-4762-4468-AD1D-DAB2A9BBEA10}" destId="{A73A6B73-725F-48C0-B61F-87437490A543}" srcOrd="2" destOrd="1" parTransId="{4D69D3D1-5E8C-45C0-8486-7806A5F89024}" sibTransId="{81A3CA50-FC14-46E9-80F7-B1C86470D359}"/>
    <dgm:cxn modelId="{8B00B759-0549-45C9-A5E8-3C06860E3DE8}" type="presOf" srcId="{5328DA89-4A7F-4091-A91B-C3EA3C0731E9}" destId="{0FF9D33A-6040-47A5-B5E0-1C2EFC5EF383}" srcOrd="0" destOrd="0" presId="urn:microsoft.com/office/officeart/2005/8/layout/vList6"/>
    <dgm:cxn modelId="{EE4A93B0-6D77-43D8-9869-E334655B9D08}" type="presParOf" srcId="{0FF9D33A-6040-47A5-B5E0-1C2EFC5EF383}" destId="{FC2892E7-C90A-443B-BEEC-161A7BC7E06C}" srcOrd="0" destOrd="0" presId="urn:microsoft.com/office/officeart/2005/8/layout/vList6"/>
    <dgm:cxn modelId="{CD3E23C8-1E75-4477-8CE8-BC36D6502037}" type="presParOf" srcId="{FC2892E7-C90A-443B-BEEC-161A7BC7E06C}" destId="{5C561BDD-E189-4ED7-9E70-2018C7809D4A}" srcOrd="0" destOrd="0" presId="urn:microsoft.com/office/officeart/2005/8/layout/vList6"/>
    <dgm:cxn modelId="{3A422C9B-F10E-42C8-8CE1-C3DDF2E2CD7A}" type="presOf" srcId="{E0359439-988F-4D83-BD75-278375EEA7F8}" destId="{5C561BDD-E189-4ED7-9E70-2018C7809D4A}" srcOrd="0" destOrd="0" presId="urn:microsoft.com/office/officeart/2005/8/layout/vList6"/>
    <dgm:cxn modelId="{65EDF565-D8C1-45C6-B50C-7A403461B187}" type="presParOf" srcId="{FC2892E7-C90A-443B-BEEC-161A7BC7E06C}" destId="{140A3306-672C-400A-9128-CF03374D3009}" srcOrd="1" destOrd="0" presId="urn:microsoft.com/office/officeart/2005/8/layout/vList6"/>
    <dgm:cxn modelId="{BCAAF7EE-F3AF-486C-A423-62F63D35AD84}" type="presOf" srcId="{71DCE449-FEAA-4979-B511-CEBA67396FE4}" destId="{140A3306-672C-400A-9128-CF03374D3009}" srcOrd="0" destOrd="0" presId="urn:microsoft.com/office/officeart/2005/8/layout/vList6"/>
    <dgm:cxn modelId="{0886B33F-AAAD-4D5B-99FD-E952F3494A38}" type="presOf" srcId="{CA741449-7996-4F41-8EFB-C89FEEE291C9}" destId="{140A3306-672C-400A-9128-CF03374D3009}" srcOrd="0" destOrd="1" presId="urn:microsoft.com/office/officeart/2005/8/layout/vList6"/>
    <dgm:cxn modelId="{F0CEE326-4A6B-4343-8568-105674DDDB60}" type="presOf" srcId="{2F9B2925-43B6-471F-AA8E-F3BD8D7910A6}" destId="{140A3306-672C-400A-9128-CF03374D3009}" srcOrd="0" destOrd="2" presId="urn:microsoft.com/office/officeart/2005/8/layout/vList6"/>
    <dgm:cxn modelId="{1E51C5FE-D12B-41E9-A5CF-5F51B6FF1C82}" type="presParOf" srcId="{0FF9D33A-6040-47A5-B5E0-1C2EFC5EF383}" destId="{3FAEEBE8-E0DF-4C6B-83A8-0890350C1FEC}" srcOrd="1" destOrd="0" presId="urn:microsoft.com/office/officeart/2005/8/layout/vList6"/>
    <dgm:cxn modelId="{EB478DBF-432D-4D50-9669-45098497DA67}" type="presParOf" srcId="{0FF9D33A-6040-47A5-B5E0-1C2EFC5EF383}" destId="{DEA8D73D-F199-4FD0-AC18-394CEBFE5F2A}" srcOrd="2" destOrd="0" presId="urn:microsoft.com/office/officeart/2005/8/layout/vList6"/>
    <dgm:cxn modelId="{9E8D6577-0842-4463-8A85-04A46D4EC677}" type="presParOf" srcId="{DEA8D73D-F199-4FD0-AC18-394CEBFE5F2A}" destId="{00A98F9F-C792-43F8-B206-0AB668DE529E}" srcOrd="0" destOrd="2" presId="urn:microsoft.com/office/officeart/2005/8/layout/vList6"/>
    <dgm:cxn modelId="{30A9EAEB-6CC1-4306-9212-EA3B5BCAC8EA}" type="presOf" srcId="{0C1DBBC2-4762-4468-AD1D-DAB2A9BBEA10}" destId="{00A98F9F-C792-43F8-B206-0AB668DE529E}" srcOrd="0" destOrd="0" presId="urn:microsoft.com/office/officeart/2005/8/layout/vList6"/>
    <dgm:cxn modelId="{4FA7DC02-25F6-47C9-A31B-8214628356B3}" type="presParOf" srcId="{DEA8D73D-F199-4FD0-AC18-394CEBFE5F2A}" destId="{23B7CED4-A8FB-4BA2-89BC-9D50BADBF1E7}" srcOrd="1" destOrd="2" presId="urn:microsoft.com/office/officeart/2005/8/layout/vList6"/>
    <dgm:cxn modelId="{2848072F-406F-4E8C-9665-8D514346B692}" type="presOf" srcId="{6EC8886E-2F00-40EE-AA05-D39B2FAFC3CB}" destId="{23B7CED4-A8FB-4BA2-89BC-9D50BADBF1E7}" srcOrd="0" destOrd="0" presId="urn:microsoft.com/office/officeart/2005/8/layout/vList6"/>
    <dgm:cxn modelId="{4D2754E3-5F5F-4847-B56B-7A261D38AC73}" type="presOf" srcId="{19D2535E-CFCA-47B6-96DE-FDFF9DBE0C9C}" destId="{23B7CED4-A8FB-4BA2-89BC-9D50BADBF1E7}" srcOrd="0" destOrd="1" presId="urn:microsoft.com/office/officeart/2005/8/layout/vList6"/>
    <dgm:cxn modelId="{A697D230-00BD-4721-B7A9-267D98D7805A}" type="presOf" srcId="{A73A6B73-725F-48C0-B61F-87437490A543}" destId="{23B7CED4-A8FB-4BA2-89BC-9D50BADBF1E7}" srcOrd="0" destOrd="2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B037FD-FABE-4374-BEF8-9269EEEAB443}" type="doc">
      <dgm:prSet loTypeId="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TW" altLang="en-US"/>
        </a:p>
      </dgm:t>
    </dgm:pt>
    <dgm:pt modelId="{2EF334CB-44E0-4A96-AFA6-9A968E759EF9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Application</a:t>
          </a:r>
          <a:r>
            <a:rPr lang="en-US" altLang="zh-TW" dirty="0">
              <a:latin typeface="Noto Serif CJK TC Black" pitchFamily="18" charset="-128"/>
              <a:ea typeface="Noto Serif CJK TC Black" pitchFamily="18" charset="-128"/>
            </a:rPr>
            <a:t/>
          </a:r>
          <a:endParaRPr lang="en-US" altLang="zh-TW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5C50F6E3-9CC0-4A72-9989-BECB2D2ABF2F}" cxnId="{7CD8088B-5113-464F-BC2A-667B011E9999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35B91B7A-0316-47DB-B886-EE5410F7F8E5}" cxnId="{7CD8088B-5113-464F-BC2A-667B011E9999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061856EB-4566-4A84-9765-6D0B6290A44D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Apply:</a:t>
          </a:r>
          <a:r>
            <a:rPr lang="zh-TW" altLang="en-US" dirty="0" smtClean="0">
              <a:latin typeface="Noto Serif CJK TC Black" pitchFamily="18" charset="-128"/>
              <a:ea typeface="Noto Serif CJK TC Black" pitchFamily="18" charset="-128"/>
            </a:rPr>
            <a:t> 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Reserves 1 DRI to application 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form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 for each dept (Need distinguish the project name)</a:t>
          </a:r>
          <a:r>
            <a:rPr lang="zh-TW" altLang="en-US" dirty="0">
              <a:latin typeface="Noto Serif CJK TC Black" pitchFamily="18" charset="-128"/>
              <a:ea typeface="Noto Serif CJK TC Black" pitchFamily="18" charset="-128"/>
            </a:rPr>
            <a:t/>
          </a:r>
          <a:endParaRPr lang="zh-TW" altLang="en-US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90EAB60F-2B5A-4997-91AE-A3E595999D16}" cxnId="{2005D89F-A5D6-4EFF-B138-56209F191C6C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DC2D88F8-F01F-478D-AF4C-3EA6090F742E}" cxnId="{2005D89F-A5D6-4EFF-B138-56209F191C6C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7622A611-3594-492C-9431-8EBD8C91D8C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Link:</a:t>
          </a:r>
          <a:r>
            <a:rPr lang="zh-TW" altLang="en-US" dirty="0" smtClean="0">
              <a:latin typeface="Noto Serif CJK TC Black" pitchFamily="18" charset="-128"/>
              <a:ea typeface="Noto Serif CJK TC Black" pitchFamily="18" charset="-128"/>
            </a:rPr>
            <a:t>  </a:t>
          </a:r>
          <a:r>
            <a:rPr smtClean="0">
              <a:latin typeface="Noto Serif CJK TC Black" pitchFamily="18" charset="-128"/>
              <a:ea typeface="Noto Serif CJK TC Black" pitchFamily="18" charset="-128"/>
            </a:rPr>
            <a:t>http://fip.pegatroncorp.com/FIP2/Apply </a:t>
          </a:r>
          <a:r>
            <a:rPr lang="en-US" smtClean="0">
              <a:latin typeface="Noto Serif CJK TC Black" pitchFamily="18" charset="-128"/>
              <a:ea typeface="Noto Serif CJK TC Black" pitchFamily="18" charset="-128"/>
            </a:rPr>
            <a:t>--&gt;PTI BPM --&gt; HGND</a:t>
          </a:r>
          <a:r>
            <a:rPr lang="zh-CN" altLang="en-US" smtClean="0">
              <a:latin typeface="Noto Serif CJK TC Black" pitchFamily="18" charset="-128"/>
              <a:ea typeface="SimSun" panose="02010600030101010101" charset="-122"/>
            </a:rPr>
            <a:t/>
          </a:r>
          <a:endParaRPr lang="zh-CN" altLang="en-US" smtClean="0">
            <a:latin typeface="Noto Serif CJK TC Black" pitchFamily="18" charset="-128"/>
            <a:ea typeface="SimSun" panose="02010600030101010101" charset="-122"/>
          </a:endParaRPr>
        </a:p>
      </dgm:t>
    </dgm:pt>
    <dgm:pt modelId="{A8157341-4389-4992-B08F-D007CC050153}" cxnId="{5EE39D11-AB13-4B91-A8CF-509F43208A46}" type="parTrans">
      <dgm:prSet/>
      <dgm:spPr/>
    </dgm:pt>
    <dgm:pt modelId="{9344B2BC-9795-4A06-A7D8-DF9EA663D996}" cxnId="{5EE39D11-AB13-4B91-A8CF-509F43208A46}" type="sibTrans">
      <dgm:prSet/>
      <dgm:spPr/>
    </dgm:pt>
    <dgm:pt modelId="{C3381E00-09C5-4CE2-9FAB-078771019848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Signing off</a:t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1FBA7FE8-9D34-4AE2-AFB1-250ADB8FACDD}" cxnId="{FBC9B011-093C-4C28-BADD-0416B9C0E93E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BD325F9F-ADDE-4B7F-96F9-8F8CA6136C43}" cxnId="{FBC9B011-093C-4C28-BADD-0416B9C0E93E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3C9FD0AD-0494-45ED-9751-7DBC17828CE1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DRI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: Function Sec. manager --&gt; Dept. manager </a:t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ECB311B2-038D-4DB4-91AF-E488B26396A5}" cxnId="{2FD88AF2-BDCE-4981-81B4-640AD25694C5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238258DE-E036-42BE-9AE6-A566CFBB074D}" cxnId="{2FD88AF2-BDCE-4981-81B4-640AD25694C5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F3947D03-C688-4257-95B6-2158CE8CBCC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Activity:</a:t>
          </a:r>
          <a:r>
            <a:rPr lang="zh-TW" altLang="en-US" dirty="0" smtClean="0">
              <a:latin typeface="Noto Serif CJK TC Black" pitchFamily="18" charset="-128"/>
              <a:ea typeface="Noto Serif CJK TC Black" pitchFamily="18" charset="-128"/>
            </a:rPr>
            <a:t> 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Check the name list is reasonable or not </a:t>
          </a:r>
          <a:r>
            <a:rPr lang="en-US" altLang="zh-TW" u="sng" dirty="0">
              <a:latin typeface="Noto Serif CJK TC Black" pitchFamily="18" charset="-128"/>
              <a:ea typeface="Noto Serif CJK TC Black" pitchFamily="18" charset="-128"/>
            </a:rPr>
            <a:t/>
          </a:r>
          <a:endParaRPr lang="en-US" altLang="zh-TW" u="sng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55A92ACE-3346-4EED-9BC7-BFDE6B7A6931}" cxnId="{67C42240-FB4E-419A-B66E-03663E5E91B2}" type="parTrans">
      <dgm:prSet/>
      <dgm:spPr/>
    </dgm:pt>
    <dgm:pt modelId="{FAB956EF-7EAF-49B0-A0F4-65A0E9767083}" cxnId="{67C42240-FB4E-419A-B66E-03663E5E91B2}" type="sibTrans">
      <dgm:prSet/>
      <dgm:spPr/>
    </dgm:pt>
    <dgm:pt modelId="{D32A7F2A-E8DC-4412-B7FE-D233690648AF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Paper</a:t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Review</a:t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3F16CDFD-B9DC-4563-BB75-70EB8E1A959B}" cxnId="{4C212C3C-2A5C-471B-96B4-F6ECB65B8433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4B74DC68-6D6E-44D2-A278-7D4FC31CCAA4}" cxnId="{4C212C3C-2A5C-471B-96B4-F6ECB65B8433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D3B14817-2712-46CD-8496-33EEE63244A7}">
      <dgm:prSet phldrT="[文字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DRI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: Overall NDA window (Currently PTI DRI: FPM Gowri)</a:t>
          </a:r>
          <a:r>
            <a:rPr lang="zh-TW" altLang="en-US" dirty="0">
              <a:latin typeface="Noto Serif CJK TC Black" pitchFamily="18" charset="-128"/>
              <a:ea typeface="Noto Serif CJK TC Black" pitchFamily="18" charset="-128"/>
            </a:rPr>
            <a:t/>
          </a:r>
          <a:endParaRPr lang="zh-TW" altLang="en-US" dirty="0">
            <a:latin typeface="Noto Serif CJK TC Black" pitchFamily="18" charset="-128"/>
            <a:ea typeface="Noto Serif CJK TC Black" pitchFamily="18" charset="-128"/>
          </a:endParaRPr>
        </a:p>
      </dgm:t>
    </dgm:pt>
    <dgm:pt modelId="{59F50C20-5466-428C-A321-69FA5A2C92DA}" cxnId="{66538C35-AA76-4793-9ACD-8CA848275253}" type="par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AA4FFF62-86F0-477D-BE9E-53698F90AE21}" cxnId="{66538C35-AA76-4793-9ACD-8CA848275253}" type="sibTrans">
      <dgm:prSet/>
      <dgm:spPr/>
      <dgm:t>
        <a:bodyPr/>
        <a:lstStyle/>
        <a:p>
          <a:endParaRPr lang="zh-TW" altLang="en-US">
            <a:latin typeface="Noto Serif CJK TC Black" pitchFamily="18" charset="-128"/>
            <a:ea typeface="Noto Serif CJK TC Black" pitchFamily="18" charset="-128"/>
          </a:endParaRPr>
        </a:p>
      </dgm:t>
    </dgm:pt>
    <dgm:pt modelId="{3E2CF597-00CB-4A42-8D04-9EBDD14C1FD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  <a:sym typeface="+mn-ea"/>
            </a:rPr>
            <a:t>Activity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>: Check the signature name is identify clearly and match with the system form.  The system will automatically record [Signed] after review is passed. (otherwise it will be rejected and the signature will not be established)</a:t>
          </a:r>
          <a:r>
            <a:rPr lang="en-US" altLang="zh-TW" dirty="0" smtClean="0">
              <a:latin typeface="Noto Serif CJK TC Black" pitchFamily="18" charset="-128"/>
              <a:ea typeface="Noto Serif CJK TC Black" pitchFamily="18" charset="-128"/>
            </a:rPr>
            <a:t/>
          </a:r>
          <a:endParaRPr lang="en-US" altLang="zh-TW" dirty="0" smtClean="0">
            <a:latin typeface="Noto Serif CJK TC Black" pitchFamily="18" charset="-128"/>
            <a:ea typeface="Noto Serif CJK TC Black" pitchFamily="18" charset="-128"/>
          </a:endParaRPr>
        </a:p>
      </dgm:t>
    </dgm:pt>
    <dgm:pt modelId="{85983FBB-B974-435F-94A1-D7A428A4004E}" cxnId="{21D45C9E-8BE3-480E-882F-6FD50F803269}" type="parTrans">
      <dgm:prSet/>
      <dgm:spPr/>
    </dgm:pt>
    <dgm:pt modelId="{8239C894-9E7A-4784-AB24-F73B806FBB22}" cxnId="{21D45C9E-8BE3-480E-882F-6FD50F803269}" type="sibTrans">
      <dgm:prSet/>
      <dgm:spPr/>
    </dgm:pt>
    <dgm:pt modelId="{AC77D0BA-173C-4006-A10F-123BAD16293B}" type="pres">
      <dgm:prSet presAssocID="{77B037FD-FABE-4374-BEF8-9269EEEAB44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96D82355-50D3-4C7D-A5EF-1695680DFAB3}" type="pres">
      <dgm:prSet presAssocID="{2EF334CB-44E0-4A96-AFA6-9A968E759EF9}" presName="composite" presStyleCnt="0"/>
      <dgm:spPr/>
      <dgm:t>
        <a:bodyPr/>
        <a:lstStyle/>
        <a:p>
          <a:endParaRPr lang="zh-TW" altLang="en-US"/>
        </a:p>
      </dgm:t>
    </dgm:pt>
    <dgm:pt modelId="{BDCBE199-F673-4496-9187-30F04D2E4743}" type="pres">
      <dgm:prSet presAssocID="{2EF334CB-44E0-4A96-AFA6-9A968E759EF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0C624E7-7B9B-4E6C-B550-989C1FCDD2B6}" type="pres">
      <dgm:prSet presAssocID="{2EF334CB-44E0-4A96-AFA6-9A968E759EF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16F7699-26B4-4C8D-907C-240CBF168532}" type="pres">
      <dgm:prSet presAssocID="{35B91B7A-0316-47DB-B886-EE5410F7F8E5}" presName="sp" presStyleCnt="0"/>
      <dgm:spPr/>
      <dgm:t>
        <a:bodyPr/>
        <a:lstStyle/>
        <a:p>
          <a:endParaRPr lang="zh-TW" altLang="en-US"/>
        </a:p>
      </dgm:t>
    </dgm:pt>
    <dgm:pt modelId="{84862D9E-1DD3-403E-A500-0B8506234F21}" type="pres">
      <dgm:prSet presAssocID="{C3381E00-09C5-4CE2-9FAB-078771019848}" presName="composite" presStyleCnt="0"/>
      <dgm:spPr/>
      <dgm:t>
        <a:bodyPr/>
        <a:lstStyle/>
        <a:p>
          <a:endParaRPr lang="zh-TW" altLang="en-US"/>
        </a:p>
      </dgm:t>
    </dgm:pt>
    <dgm:pt modelId="{7D24D768-FB4C-4214-9933-6D3286C90BE3}" type="pres">
      <dgm:prSet presAssocID="{C3381E00-09C5-4CE2-9FAB-078771019848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C76A1C7-1F40-4E4A-B063-C577AFAA1D6B}" type="pres">
      <dgm:prSet presAssocID="{C3381E00-09C5-4CE2-9FAB-078771019848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D8D7E0C-8B71-4049-9925-D01AB89CE627}" type="pres">
      <dgm:prSet presAssocID="{BD325F9F-ADDE-4B7F-96F9-8F8CA6136C43}" presName="sp" presStyleCnt="0"/>
      <dgm:spPr/>
      <dgm:t>
        <a:bodyPr/>
        <a:lstStyle/>
        <a:p>
          <a:endParaRPr lang="zh-TW" altLang="en-US"/>
        </a:p>
      </dgm:t>
    </dgm:pt>
    <dgm:pt modelId="{1962F73F-8611-440A-85FD-A0E54D9113AD}" type="pres">
      <dgm:prSet presAssocID="{D32A7F2A-E8DC-4412-B7FE-D233690648AF}" presName="composite" presStyleCnt="0"/>
      <dgm:spPr/>
      <dgm:t>
        <a:bodyPr/>
        <a:lstStyle/>
        <a:p>
          <a:endParaRPr lang="zh-TW" altLang="en-US"/>
        </a:p>
      </dgm:t>
    </dgm:pt>
    <dgm:pt modelId="{4F88E434-BE27-44D7-B5A7-350AC8345E3C}" type="pres">
      <dgm:prSet presAssocID="{D32A7F2A-E8DC-4412-B7FE-D233690648AF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32E10AB-15B1-42F8-B609-A652DB742003}" type="pres">
      <dgm:prSet presAssocID="{D32A7F2A-E8DC-4412-B7FE-D233690648AF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7CD8088B-5113-464F-BC2A-667B011E9999}" srcId="{77B037FD-FABE-4374-BEF8-9269EEEAB443}" destId="{2EF334CB-44E0-4A96-AFA6-9A968E759EF9}" srcOrd="0" destOrd="0" parTransId="{5C50F6E3-9CC0-4A72-9989-BECB2D2ABF2F}" sibTransId="{35B91B7A-0316-47DB-B886-EE5410F7F8E5}"/>
    <dgm:cxn modelId="{2005D89F-A5D6-4EFF-B138-56209F191C6C}" srcId="{2EF334CB-44E0-4A96-AFA6-9A968E759EF9}" destId="{061856EB-4566-4A84-9765-6D0B6290A44D}" srcOrd="0" destOrd="0" parTransId="{90EAB60F-2B5A-4997-91AE-A3E595999D16}" sibTransId="{DC2D88F8-F01F-478D-AF4C-3EA6090F742E}"/>
    <dgm:cxn modelId="{5EE39D11-AB13-4B91-A8CF-509F43208A46}" srcId="{2EF334CB-44E0-4A96-AFA6-9A968E759EF9}" destId="{7622A611-3594-492C-9431-8EBD8C91D8C4}" srcOrd="1" destOrd="0" parTransId="{A8157341-4389-4992-B08F-D007CC050153}" sibTransId="{9344B2BC-9795-4A06-A7D8-DF9EA663D996}"/>
    <dgm:cxn modelId="{FBC9B011-093C-4C28-BADD-0416B9C0E93E}" srcId="{77B037FD-FABE-4374-BEF8-9269EEEAB443}" destId="{C3381E00-09C5-4CE2-9FAB-078771019848}" srcOrd="1" destOrd="0" parTransId="{1FBA7FE8-9D34-4AE2-AFB1-250ADB8FACDD}" sibTransId="{BD325F9F-ADDE-4B7F-96F9-8F8CA6136C43}"/>
    <dgm:cxn modelId="{2FD88AF2-BDCE-4981-81B4-640AD25694C5}" srcId="{C3381E00-09C5-4CE2-9FAB-078771019848}" destId="{3C9FD0AD-0494-45ED-9751-7DBC17828CE1}" srcOrd="0" destOrd="1" parTransId="{ECB311B2-038D-4DB4-91AF-E488B26396A5}" sibTransId="{238258DE-E036-42BE-9AE6-A566CFBB074D}"/>
    <dgm:cxn modelId="{67C42240-FB4E-419A-B66E-03663E5E91B2}" srcId="{C3381E00-09C5-4CE2-9FAB-078771019848}" destId="{F3947D03-C688-4257-95B6-2158CE8CBCCB}" srcOrd="1" destOrd="1" parTransId="{55A92ACE-3346-4EED-9BC7-BFDE6B7A6931}" sibTransId="{FAB956EF-7EAF-49B0-A0F4-65A0E9767083}"/>
    <dgm:cxn modelId="{4C212C3C-2A5C-471B-96B4-F6ECB65B8433}" srcId="{77B037FD-FABE-4374-BEF8-9269EEEAB443}" destId="{D32A7F2A-E8DC-4412-B7FE-D233690648AF}" srcOrd="2" destOrd="0" parTransId="{3F16CDFD-B9DC-4563-BB75-70EB8E1A959B}" sibTransId="{4B74DC68-6D6E-44D2-A278-7D4FC31CCAA4}"/>
    <dgm:cxn modelId="{66538C35-AA76-4793-9ACD-8CA848275253}" srcId="{D32A7F2A-E8DC-4412-B7FE-D233690648AF}" destId="{D3B14817-2712-46CD-8496-33EEE63244A7}" srcOrd="0" destOrd="2" parTransId="{59F50C20-5466-428C-A321-69FA5A2C92DA}" sibTransId="{AA4FFF62-86F0-477D-BE9E-53698F90AE21}"/>
    <dgm:cxn modelId="{21D45C9E-8BE3-480E-882F-6FD50F803269}" srcId="{D32A7F2A-E8DC-4412-B7FE-D233690648AF}" destId="{3E2CF597-00CB-4A42-8D04-9EBDD14C1FD8}" srcOrd="1" destOrd="2" parTransId="{85983FBB-B974-435F-94A1-D7A428A4004E}" sibTransId="{8239C894-9E7A-4784-AB24-F73B806FBB22}"/>
    <dgm:cxn modelId="{E02AD244-0909-4B24-A837-B1E5105E5446}" type="presOf" srcId="{77B037FD-FABE-4374-BEF8-9269EEEAB443}" destId="{AC77D0BA-173C-4006-A10F-123BAD16293B}" srcOrd="0" destOrd="0" presId="urn:microsoft.com/office/officeart/2005/8/layout/chevron2"/>
    <dgm:cxn modelId="{67D48F8C-E839-4E5F-B8C8-AE98BA58C9E0}" type="presParOf" srcId="{AC77D0BA-173C-4006-A10F-123BAD16293B}" destId="{96D82355-50D3-4C7D-A5EF-1695680DFAB3}" srcOrd="0" destOrd="0" presId="urn:microsoft.com/office/officeart/2005/8/layout/chevron2"/>
    <dgm:cxn modelId="{826E05CE-5E97-42CE-A153-A24E565C313A}" type="presParOf" srcId="{96D82355-50D3-4C7D-A5EF-1695680DFAB3}" destId="{BDCBE199-F673-4496-9187-30F04D2E4743}" srcOrd="0" destOrd="0" presId="urn:microsoft.com/office/officeart/2005/8/layout/chevron2"/>
    <dgm:cxn modelId="{E3DFB0F6-DF0B-4A1C-87D6-040CD4AFBD33}" type="presOf" srcId="{2EF334CB-44E0-4A96-AFA6-9A968E759EF9}" destId="{BDCBE199-F673-4496-9187-30F04D2E4743}" srcOrd="0" destOrd="0" presId="urn:microsoft.com/office/officeart/2005/8/layout/chevron2"/>
    <dgm:cxn modelId="{B3A61936-A2E3-41C8-A9BA-9765C6DB4839}" type="presParOf" srcId="{96D82355-50D3-4C7D-A5EF-1695680DFAB3}" destId="{90C624E7-7B9B-4E6C-B550-989C1FCDD2B6}" srcOrd="1" destOrd="0" presId="urn:microsoft.com/office/officeart/2005/8/layout/chevron2"/>
    <dgm:cxn modelId="{A0070272-B4A7-4AC5-957C-5652ACAABDE3}" type="presOf" srcId="{061856EB-4566-4A84-9765-6D0B6290A44D}" destId="{90C624E7-7B9B-4E6C-B550-989C1FCDD2B6}" srcOrd="0" destOrd="0" presId="urn:microsoft.com/office/officeart/2005/8/layout/chevron2"/>
    <dgm:cxn modelId="{E434F6F8-C6F0-45CE-B02B-EA958245A6F3}" type="presOf" srcId="{7622A611-3594-492C-9431-8EBD8C91D8C4}" destId="{90C624E7-7B9B-4E6C-B550-989C1FCDD2B6}" srcOrd="0" destOrd="1" presId="urn:microsoft.com/office/officeart/2005/8/layout/chevron2"/>
    <dgm:cxn modelId="{779EA3D9-9AE7-4F62-A3F7-A3EFBC9DD769}" type="presParOf" srcId="{AC77D0BA-173C-4006-A10F-123BAD16293B}" destId="{516F7699-26B4-4C8D-907C-240CBF168532}" srcOrd="1" destOrd="0" presId="urn:microsoft.com/office/officeart/2005/8/layout/chevron2"/>
    <dgm:cxn modelId="{655F7E3C-CEB1-443B-8B65-E7EFF96EF93F}" type="presOf" srcId="{35B91B7A-0316-47DB-B886-EE5410F7F8E5}" destId="{516F7699-26B4-4C8D-907C-240CBF168532}" srcOrd="0" destOrd="0" presId="urn:microsoft.com/office/officeart/2005/8/layout/chevron2"/>
    <dgm:cxn modelId="{4D583BED-789B-4493-BB42-CF948ACABD70}" type="presParOf" srcId="{AC77D0BA-173C-4006-A10F-123BAD16293B}" destId="{84862D9E-1DD3-403E-A500-0B8506234F21}" srcOrd="2" destOrd="0" presId="urn:microsoft.com/office/officeart/2005/8/layout/chevron2"/>
    <dgm:cxn modelId="{31D88569-6D97-4D9D-A611-CF14616CDA9D}" type="presParOf" srcId="{84862D9E-1DD3-403E-A500-0B8506234F21}" destId="{7D24D768-FB4C-4214-9933-6D3286C90BE3}" srcOrd="0" destOrd="2" presId="urn:microsoft.com/office/officeart/2005/8/layout/chevron2"/>
    <dgm:cxn modelId="{D5368931-ED80-46DF-9DF4-52E43578791F}" type="presOf" srcId="{C3381E00-09C5-4CE2-9FAB-078771019848}" destId="{7D24D768-FB4C-4214-9933-6D3286C90BE3}" srcOrd="0" destOrd="0" presId="urn:microsoft.com/office/officeart/2005/8/layout/chevron2"/>
    <dgm:cxn modelId="{3512DADE-64CF-4360-9212-BB04E5BA535F}" type="presParOf" srcId="{84862D9E-1DD3-403E-A500-0B8506234F21}" destId="{AC76A1C7-1F40-4E4A-B063-C577AFAA1D6B}" srcOrd="1" destOrd="2" presId="urn:microsoft.com/office/officeart/2005/8/layout/chevron2"/>
    <dgm:cxn modelId="{5ABB7A22-9760-414D-A07B-C008D46CF6C1}" type="presOf" srcId="{3C9FD0AD-0494-45ED-9751-7DBC17828CE1}" destId="{AC76A1C7-1F40-4E4A-B063-C577AFAA1D6B}" srcOrd="0" destOrd="0" presId="urn:microsoft.com/office/officeart/2005/8/layout/chevron2"/>
    <dgm:cxn modelId="{EFEDA12F-8C8A-4859-AD37-B3F6D60BD03A}" type="presOf" srcId="{F3947D03-C688-4257-95B6-2158CE8CBCCB}" destId="{AC76A1C7-1F40-4E4A-B063-C577AFAA1D6B}" srcOrd="0" destOrd="1" presId="urn:microsoft.com/office/officeart/2005/8/layout/chevron2"/>
    <dgm:cxn modelId="{BB312219-1CA8-43C7-AF72-9085CD99999D}" type="presParOf" srcId="{AC77D0BA-173C-4006-A10F-123BAD16293B}" destId="{1D8D7E0C-8B71-4049-9925-D01AB89CE627}" srcOrd="3" destOrd="0" presId="urn:microsoft.com/office/officeart/2005/8/layout/chevron2"/>
    <dgm:cxn modelId="{1B0318B0-00DB-484D-BC14-6A1356A7D519}" type="presOf" srcId="{BD325F9F-ADDE-4B7F-96F9-8F8CA6136C43}" destId="{1D8D7E0C-8B71-4049-9925-D01AB89CE627}" srcOrd="0" destOrd="0" presId="urn:microsoft.com/office/officeart/2005/8/layout/chevron2"/>
    <dgm:cxn modelId="{18A97BDC-4487-4AA7-A619-5D77837C9C4F}" type="presParOf" srcId="{AC77D0BA-173C-4006-A10F-123BAD16293B}" destId="{1962F73F-8611-440A-85FD-A0E54D9113AD}" srcOrd="4" destOrd="0" presId="urn:microsoft.com/office/officeart/2005/8/layout/chevron2"/>
    <dgm:cxn modelId="{BBAAEC0C-576E-42F1-9CC3-04183275B4F9}" type="presParOf" srcId="{1962F73F-8611-440A-85FD-A0E54D9113AD}" destId="{4F88E434-BE27-44D7-B5A7-350AC8345E3C}" srcOrd="0" destOrd="4" presId="urn:microsoft.com/office/officeart/2005/8/layout/chevron2"/>
    <dgm:cxn modelId="{EDCBFD6F-C836-4575-B108-0CB7300022A5}" type="presOf" srcId="{D32A7F2A-E8DC-4412-B7FE-D233690648AF}" destId="{4F88E434-BE27-44D7-B5A7-350AC8345E3C}" srcOrd="0" destOrd="0" presId="urn:microsoft.com/office/officeart/2005/8/layout/chevron2"/>
    <dgm:cxn modelId="{B82DE309-5101-4618-80F8-EABDB53AB0F3}" type="presParOf" srcId="{1962F73F-8611-440A-85FD-A0E54D9113AD}" destId="{032E10AB-15B1-42F8-B609-A652DB742003}" srcOrd="1" destOrd="4" presId="urn:microsoft.com/office/officeart/2005/8/layout/chevron2"/>
    <dgm:cxn modelId="{22691C36-EDDB-4666-9E82-CACF82C8A01D}" type="presOf" srcId="{D3B14817-2712-46CD-8496-33EEE63244A7}" destId="{032E10AB-15B1-42F8-B609-A652DB742003}" srcOrd="0" destOrd="0" presId="urn:microsoft.com/office/officeart/2005/8/layout/chevron2"/>
    <dgm:cxn modelId="{6059C7E2-137A-4D08-8BAC-C7E81DAE210B}" type="presOf" srcId="{3E2CF597-00CB-4A42-8D04-9EBDD14C1FD8}" destId="{032E10AB-15B1-42F8-B609-A652DB742003}" srcOrd="0" destOrd="1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0A3306-672C-400A-9128-CF03374D3009}">
      <dsp:nvSpPr>
        <dsp:cNvPr id="0" name=""/>
        <dsp:cNvSpPr/>
      </dsp:nvSpPr>
      <dsp:spPr>
        <a:xfrm>
          <a:off x="3168454" y="624"/>
          <a:ext cx="4752682" cy="243404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模板到處</a:t>
          </a:r>
          <a:r>
            <a:rPr lang="zh-TW" altLang="en-US" sz="22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隨便分享</a:t>
          </a:r>
          <a:endParaRPr lang="zh-TW" altLang="en-US" sz="2200" kern="1200" dirty="0">
            <a:solidFill>
              <a:srgbClr val="FF0000"/>
            </a:solidFill>
            <a:latin typeface="Noto Serif CJK TC Black" pitchFamily="18" charset="-128"/>
            <a:ea typeface="Noto Serif CJK TC Black" pitchFamily="18" charset="-128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簽署</a:t>
          </a:r>
          <a:r>
            <a:rPr lang="zh-TW" altLang="en-US" sz="22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沒有經過主管</a:t>
          </a: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核可</a:t>
          </a:r>
          <a:endParaRPr lang="zh-TW" altLang="en-US" sz="2200" kern="1200" dirty="0">
            <a:latin typeface="Noto Serif CJK TC Black" pitchFamily="18" charset="-128"/>
            <a:ea typeface="Noto Serif CJK TC Black" pitchFamily="18" charset="-128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2200" kern="1200" dirty="0" smtClean="0">
              <a:latin typeface="Noto Serif CJK TC Black" pitchFamily="18" charset="-128"/>
              <a:ea typeface="Noto Serif CJK TC Black" pitchFamily="18" charset="-128"/>
            </a:rPr>
            <a:t>NDA</a:t>
          </a: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難以</a:t>
          </a:r>
          <a:r>
            <a:rPr lang="zh-TW" altLang="en-US" sz="22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建檔尋找</a:t>
          </a:r>
          <a:endParaRPr lang="zh-TW" altLang="en-US" sz="2200" kern="1200" dirty="0">
            <a:solidFill>
              <a:srgbClr val="FF0000"/>
            </a:solidFill>
            <a:latin typeface="Noto Serif CJK TC Black" pitchFamily="18" charset="-128"/>
            <a:ea typeface="Noto Serif CJK TC Black" pitchFamily="18" charset="-128"/>
          </a:endParaRPr>
        </a:p>
      </dsp:txBody>
      <dsp:txXfrm>
        <a:off x="3168454" y="304879"/>
        <a:ext cx="3839916" cy="1825533"/>
      </dsp:txXfrm>
    </dsp:sp>
    <dsp:sp modelId="{5C561BDD-E189-4ED7-9E70-2018C7809D4A}">
      <dsp:nvSpPr>
        <dsp:cNvPr id="0" name=""/>
        <dsp:cNvSpPr/>
      </dsp:nvSpPr>
      <dsp:spPr>
        <a:xfrm>
          <a:off x="0" y="624"/>
          <a:ext cx="3168454" cy="2434043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6500" kern="1200" dirty="0" smtClean="0">
              <a:latin typeface="Noto Serif CJK TC Black" pitchFamily="18" charset="-128"/>
              <a:ea typeface="Noto Serif CJK TC Black" pitchFamily="18" charset="-128"/>
            </a:rPr>
            <a:t>Before</a:t>
          </a:r>
          <a:endParaRPr lang="zh-TW" altLang="en-US" sz="65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>
        <a:off x="118820" y="119444"/>
        <a:ext cx="2930814" cy="2196403"/>
      </dsp:txXfrm>
    </dsp:sp>
    <dsp:sp modelId="{23B7CED4-A8FB-4BA2-89BC-9D50BADBF1E7}">
      <dsp:nvSpPr>
        <dsp:cNvPr id="0" name=""/>
        <dsp:cNvSpPr/>
      </dsp:nvSpPr>
      <dsp:spPr>
        <a:xfrm>
          <a:off x="3168454" y="2678071"/>
          <a:ext cx="4752682" cy="243404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2200" kern="1200" dirty="0" smtClean="0">
              <a:solidFill>
                <a:srgbClr val="0070C0"/>
              </a:solidFill>
              <a:latin typeface="Noto Serif CJK TC Black" pitchFamily="18" charset="-128"/>
              <a:ea typeface="Noto Serif CJK TC Black" pitchFamily="18" charset="-128"/>
            </a:rPr>
            <a:t>保密協議客製化</a:t>
          </a:r>
          <a:r>
            <a:rPr lang="en-US" altLang="zh-TW" sz="2200" kern="1200" dirty="0" smtClean="0">
              <a:latin typeface="Noto Serif CJK TC Black" pitchFamily="18" charset="-128"/>
              <a:ea typeface="Noto Serif CJK TC Black" pitchFamily="18" charset="-128"/>
            </a:rPr>
            <a:t>, </a:t>
          </a: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避免模板外流</a:t>
          </a:r>
          <a:endParaRPr lang="zh-TW" altLang="en-US" sz="2200" kern="1200" dirty="0">
            <a:latin typeface="Noto Serif CJK TC Black" pitchFamily="18" charset="-128"/>
            <a:ea typeface="Noto Serif CJK TC Black" pitchFamily="18" charset="-128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2200" kern="1200" dirty="0" smtClean="0">
              <a:solidFill>
                <a:srgbClr val="0070C0"/>
              </a:solidFill>
              <a:latin typeface="Noto Serif CJK TC Black" pitchFamily="18" charset="-128"/>
              <a:ea typeface="Noto Serif CJK TC Black" pitchFamily="18" charset="-128"/>
            </a:rPr>
            <a:t>經過部級主管核可</a:t>
          </a: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後才可簽署</a:t>
          </a:r>
          <a:endParaRPr lang="zh-TW" altLang="en-US" sz="2200" kern="1200" dirty="0">
            <a:latin typeface="Noto Serif CJK TC Black" pitchFamily="18" charset="-128"/>
            <a:ea typeface="Noto Serif CJK TC Black" pitchFamily="18" charset="-128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TW" sz="2200" kern="1200" dirty="0" smtClean="0">
              <a:latin typeface="Noto Serif CJK TC Black" pitchFamily="18" charset="-128"/>
              <a:ea typeface="Noto Serif CJK TC Black" pitchFamily="18" charset="-128"/>
            </a:rPr>
            <a:t>NDA</a:t>
          </a:r>
          <a:r>
            <a:rPr lang="zh-TW" altLang="en-US" sz="2200" kern="1200" dirty="0" smtClean="0">
              <a:latin typeface="Noto Serif CJK TC Black" pitchFamily="18" charset="-128"/>
              <a:ea typeface="Noto Serif CJK TC Black" pitchFamily="18" charset="-128"/>
            </a:rPr>
            <a:t>有唯一二維碼</a:t>
          </a:r>
          <a:r>
            <a:rPr lang="zh-TW" altLang="en-US" sz="2200" kern="1200" dirty="0" smtClean="0">
              <a:solidFill>
                <a:srgbClr val="0070C0"/>
              </a:solidFill>
              <a:latin typeface="Noto Serif CJK TC Black" pitchFamily="18" charset="-128"/>
              <a:ea typeface="Noto Serif CJK TC Black" pitchFamily="18" charset="-128"/>
            </a:rPr>
            <a:t>利於建檔</a:t>
          </a:r>
          <a:endParaRPr lang="zh-TW" altLang="en-US" sz="2200" kern="1200" dirty="0">
            <a:solidFill>
              <a:srgbClr val="0070C0"/>
            </a:solidFill>
            <a:latin typeface="Noto Serif CJK TC Black" pitchFamily="18" charset="-128"/>
            <a:ea typeface="Noto Serif CJK TC Black" pitchFamily="18" charset="-128"/>
          </a:endParaRPr>
        </a:p>
      </dsp:txBody>
      <dsp:txXfrm>
        <a:off x="3168454" y="2982326"/>
        <a:ext cx="3839916" cy="1825533"/>
      </dsp:txXfrm>
    </dsp:sp>
    <dsp:sp modelId="{00A98F9F-C792-43F8-B206-0AB668DE529E}">
      <dsp:nvSpPr>
        <dsp:cNvPr id="0" name=""/>
        <dsp:cNvSpPr/>
      </dsp:nvSpPr>
      <dsp:spPr>
        <a:xfrm>
          <a:off x="0" y="2678071"/>
          <a:ext cx="3168454" cy="2434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6500" kern="1200" dirty="0" smtClean="0">
              <a:latin typeface="Noto Serif CJK TC Black" pitchFamily="18" charset="-128"/>
              <a:ea typeface="Noto Serif CJK TC Black" pitchFamily="18" charset="-128"/>
            </a:rPr>
            <a:t>After</a:t>
          </a:r>
          <a:endParaRPr lang="zh-TW" altLang="en-US" sz="65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>
        <a:off x="118820" y="2796891"/>
        <a:ext cx="2930814" cy="21964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BE199-F673-4496-9187-30F04D2E4743}">
      <dsp:nvSpPr>
        <dsp:cNvPr id="0" name=""/>
        <dsp:cNvSpPr/>
      </dsp:nvSpPr>
      <dsp:spPr>
        <a:xfrm rot="5400000">
          <a:off x="-224607" y="226557"/>
          <a:ext cx="1497383" cy="104816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>
              <a:latin typeface="Noto Serif CJK TC Black" pitchFamily="18" charset="-128"/>
              <a:ea typeface="Noto Serif CJK TC Black" pitchFamily="18" charset="-128"/>
            </a:rPr>
            <a:t>申請</a:t>
          </a:r>
          <a:endParaRPr lang="zh-TW" altLang="en-US" sz="26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" y="526033"/>
        <a:ext cx="1048168" cy="449215"/>
      </dsp:txXfrm>
    </dsp:sp>
    <dsp:sp modelId="{90C624E7-7B9B-4E6C-B550-989C1FCDD2B6}">
      <dsp:nvSpPr>
        <dsp:cNvPr id="0" name=""/>
        <dsp:cNvSpPr/>
      </dsp:nvSpPr>
      <dsp:spPr>
        <a:xfrm rot="5400000">
          <a:off x="4537997" y="-3487878"/>
          <a:ext cx="973298" cy="795295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開單人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 建議由</a:t>
          </a:r>
          <a:r>
            <a:rPr lang="zh-TW" altLang="en-US" sz="1800" u="sng" kern="1200" dirty="0" smtClean="0">
              <a:latin typeface="Noto Serif CJK TC Black" pitchFamily="18" charset="-128"/>
              <a:ea typeface="Noto Serif CJK TC Black" pitchFamily="18" charset="-128"/>
            </a:rPr>
            <a:t>各部門助理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申請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(</a:t>
          </a:r>
          <a:r>
            <a:rPr lang="zh-TW" altLang="en-US" sz="1800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一次申請一個專案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(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例如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Kirin),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建議是與開單人同一個部門的人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)</a:t>
          </a:r>
          <a:endParaRPr lang="zh-TW" altLang="en-US" sz="1800" kern="1200" dirty="0">
            <a:latin typeface="Noto Serif CJK TC Black" pitchFamily="18" charset="-128"/>
            <a:ea typeface="Noto Serif CJK TC Black" pitchFamily="18" charset="-128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動作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 華東</a:t>
          </a:r>
          <a:r>
            <a:rPr lang="en-US" altLang="zh-TW" sz="1800" kern="1200" dirty="0" err="1" smtClean="0">
              <a:latin typeface="Noto Serif CJK TC Black" pitchFamily="18" charset="-128"/>
              <a:ea typeface="Noto Serif CJK TC Black" pitchFamily="18" charset="-128"/>
            </a:rPr>
            <a:t>BPM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表單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-&gt;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一般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-&gt;HGND_BG3NPI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專案保密協議</a:t>
          </a:r>
          <a:endParaRPr lang="zh-TW" altLang="en-US" sz="18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048168" y="49463"/>
        <a:ext cx="7905444" cy="878274"/>
      </dsp:txXfrm>
    </dsp:sp>
    <dsp:sp modelId="{7D24D768-FB4C-4214-9933-6D3286C90BE3}">
      <dsp:nvSpPr>
        <dsp:cNvPr id="0" name=""/>
        <dsp:cNvSpPr/>
      </dsp:nvSpPr>
      <dsp:spPr>
        <a:xfrm rot="5400000">
          <a:off x="-224607" y="1528553"/>
          <a:ext cx="1497383" cy="1048168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>
              <a:latin typeface="Noto Serif CJK TC Black" pitchFamily="18" charset="-128"/>
              <a:ea typeface="Noto Serif CJK TC Black" pitchFamily="18" charset="-128"/>
            </a:rPr>
            <a:t>簽核</a:t>
          </a:r>
          <a:endParaRPr lang="zh-TW" altLang="en-US" sz="26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" y="1828029"/>
        <a:ext cx="1048168" cy="449215"/>
      </dsp:txXfrm>
    </dsp:sp>
    <dsp:sp modelId="{AC76A1C7-1F40-4E4A-B063-C577AFAA1D6B}">
      <dsp:nvSpPr>
        <dsp:cNvPr id="0" name=""/>
        <dsp:cNvSpPr/>
      </dsp:nvSpPr>
      <dsp:spPr>
        <a:xfrm rot="5400000">
          <a:off x="4537997" y="-2185882"/>
          <a:ext cx="973298" cy="795295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人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各部門課級主管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-&gt;</a:t>
          </a:r>
          <a:r>
            <a:rPr lang="en-US" altLang="zh-TW" sz="18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(</a:t>
          </a:r>
          <a:r>
            <a:rPr lang="zh-TW" altLang="en-US" sz="18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本</a:t>
          </a:r>
          <a:r>
            <a:rPr lang="en-US" altLang="zh-TW" sz="18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)</a:t>
          </a:r>
          <a:r>
            <a:rPr lang="zh-TW" altLang="en-US" sz="1800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部級主管</a:t>
          </a:r>
          <a:endParaRPr lang="zh-TW" altLang="en-US" sz="1800" kern="1200" dirty="0">
            <a:solidFill>
              <a:srgbClr val="FF0000"/>
            </a:solidFill>
            <a:latin typeface="Noto Serif CJK TC Black" pitchFamily="18" charset="-128"/>
            <a:ea typeface="Noto Serif CJK TC Black" pitchFamily="18" charset="-128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動作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 確認簽署名單</a:t>
          </a:r>
          <a:r>
            <a:rPr lang="zh-TW" altLang="en-US" sz="1800" u="sng" kern="1200" dirty="0" smtClean="0">
              <a:latin typeface="Noto Serif CJK TC Black" pitchFamily="18" charset="-128"/>
              <a:ea typeface="Noto Serif CJK TC Black" pitchFamily="18" charset="-128"/>
            </a:rPr>
            <a:t>合乎擁有得知專案資訊之資格</a:t>
          </a:r>
          <a:endParaRPr lang="zh-TW" altLang="en-US" sz="1800" u="sng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048168" y="1351459"/>
        <a:ext cx="7905444" cy="878274"/>
      </dsp:txXfrm>
    </dsp:sp>
    <dsp:sp modelId="{4F88E434-BE27-44D7-B5A7-350AC8345E3C}">
      <dsp:nvSpPr>
        <dsp:cNvPr id="0" name=""/>
        <dsp:cNvSpPr/>
      </dsp:nvSpPr>
      <dsp:spPr>
        <a:xfrm rot="5400000">
          <a:off x="-224607" y="2830549"/>
          <a:ext cx="1497383" cy="1048168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600" kern="1200" dirty="0" smtClean="0">
              <a:latin typeface="Noto Serif CJK TC Black" pitchFamily="18" charset="-128"/>
              <a:ea typeface="Noto Serif CJK TC Black" pitchFamily="18" charset="-128"/>
            </a:rPr>
            <a:t>審紙本</a:t>
          </a:r>
          <a:endParaRPr lang="zh-TW" altLang="en-US" sz="26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" y="3130025"/>
        <a:ext cx="1048168" cy="449215"/>
      </dsp:txXfrm>
    </dsp:sp>
    <dsp:sp modelId="{032E10AB-15B1-42F8-B609-A652DB742003}">
      <dsp:nvSpPr>
        <dsp:cNvPr id="0" name=""/>
        <dsp:cNvSpPr/>
      </dsp:nvSpPr>
      <dsp:spPr>
        <a:xfrm rot="5400000">
          <a:off x="4537997" y="-883887"/>
          <a:ext cx="973298" cy="795295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人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各單位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NDA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窗口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(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例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寶如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)</a:t>
          </a:r>
          <a:endParaRPr lang="zh-TW" altLang="en-US" sz="1800" kern="1200" dirty="0">
            <a:latin typeface="Noto Serif CJK TC Black" pitchFamily="18" charset="-128"/>
            <a:ea typeface="Noto Serif CJK TC Black" pitchFamily="18" charset="-128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動作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: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確認紙本簽署正確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,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審核通過後系統自動紀錄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[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已簽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], </a:t>
          </a:r>
          <a:r>
            <a:rPr lang="zh-TW" altLang="en-US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紙</a:t>
          </a:r>
          <a:r>
            <a:rPr lang="zh-TW" altLang="en-US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本必須要按表單編號用夾子夾好</a:t>
          </a:r>
          <a:r>
            <a:rPr lang="en-US" altLang="zh-TW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(</a:t>
          </a:r>
          <a:r>
            <a:rPr lang="zh-TW" altLang="en-US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否則一律退件</a:t>
          </a:r>
          <a:r>
            <a:rPr lang="en-US" altLang="zh-TW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, </a:t>
          </a:r>
          <a:r>
            <a:rPr lang="zh-TW" altLang="en-US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簽署不成立</a:t>
          </a:r>
          <a:r>
            <a:rPr lang="en-US" altLang="zh-TW" sz="1800" b="1" u="sng" kern="1200" dirty="0" smtClean="0">
              <a:solidFill>
                <a:srgbClr val="FF0000"/>
              </a:solidFill>
              <a:latin typeface="Noto Serif CJK TC Black" pitchFamily="18" charset="-128"/>
              <a:ea typeface="Noto Serif CJK TC Black" pitchFamily="18" charset="-128"/>
            </a:rPr>
            <a:t>)</a:t>
          </a:r>
          <a:r>
            <a:rPr lang="en-US" altLang="zh-TW" sz="1800" kern="1200" dirty="0" smtClean="0">
              <a:latin typeface="Noto Serif CJK TC Black" pitchFamily="18" charset="-128"/>
              <a:ea typeface="Noto Serif CJK TC Black" pitchFamily="18" charset="-128"/>
            </a:rPr>
            <a:t>, 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成</a:t>
          </a:r>
          <a:r>
            <a:rPr lang="zh-TW" altLang="en-US" sz="1800" kern="1200" dirty="0" smtClean="0">
              <a:latin typeface="Noto Serif CJK TC Black" pitchFamily="18" charset="-128"/>
              <a:ea typeface="Noto Serif CJK TC Black" pitchFamily="18" charset="-128"/>
            </a:rPr>
            <a:t>箱交由法務歸檔</a:t>
          </a:r>
          <a:endParaRPr lang="zh-TW" altLang="en-US" sz="1800" kern="1200" dirty="0">
            <a:latin typeface="Noto Serif CJK TC Black" pitchFamily="18" charset="-128"/>
            <a:ea typeface="Noto Serif CJK TC Black" pitchFamily="18" charset="-128"/>
          </a:endParaRPr>
        </a:p>
      </dsp:txBody>
      <dsp:txXfrm rot="-5400000">
        <a:off x="1048168" y="2653454"/>
        <a:ext cx="7905444" cy="878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type="rightArrow" r:blip="" rot="180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B894939A-F886-4FE3-ADCC-0A351B172C48}" type="datetimeFigureOut">
              <a:rPr lang="zh-TW" altLang="en-US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84039FCD-BCBA-4FBF-A9BC-B150A7666ACE}" type="slidenum">
              <a:rPr lang="zh-TW" altLang="en-US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EE7860E5-13FE-4A1B-B2AE-F8CEC351F204}" type="datetimeFigureOut">
              <a:rPr lang="zh-TW" altLang="en-US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685800"/>
            <a:ext cx="5445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 smtClean="0"/>
              <a:t>按一下以編輯母片文字樣式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第二層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第三層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第四層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第五層</a:t>
            </a:r>
            <a:endParaRPr lang="zh-TW" altLang="en-US" noProof="0" smtClean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976E5696-170F-48C4-86F7-42AEFC0328E9}" type="slidenum">
              <a:rPr lang="zh-TW" altLang="en-US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EGATR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7"/>
          <p:cNvSpPr>
            <a:spLocks noGrp="1"/>
          </p:cNvSpPr>
          <p:nvPr>
            <p:ph sz="quarter" idx="11"/>
          </p:nvPr>
        </p:nvSpPr>
        <p:spPr>
          <a:xfrm>
            <a:off x="323850" y="324396"/>
            <a:ext cx="3457575" cy="504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80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 sz="280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2"/>
          </p:nvPr>
        </p:nvSpPr>
        <p:spPr>
          <a:xfrm>
            <a:off x="323850" y="827782"/>
            <a:ext cx="4249738" cy="50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i="0">
                <a:solidFill>
                  <a:schemeClr val="accent1">
                    <a:lumMod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3pPr>
            <a:lvl4pPr marL="13716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4pPr>
            <a:lvl5pPr marL="18288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3"/>
          </p:nvPr>
        </p:nvSpPr>
        <p:spPr>
          <a:xfrm>
            <a:off x="323850" y="1332458"/>
            <a:ext cx="9001125" cy="4104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4"/>
          </p:nvPr>
        </p:nvSpPr>
        <p:spPr>
          <a:xfrm>
            <a:off x="7035800" y="5664200"/>
            <a:ext cx="2268538" cy="32543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D5FE27BC-C2BE-4E15-B8B2-65DF764C86EF}" type="slidenum">
              <a:rPr lang="zh-TW" altLang="en-US"/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7"/>
          <p:cNvSpPr>
            <a:spLocks noGrp="1"/>
          </p:cNvSpPr>
          <p:nvPr>
            <p:ph sz="quarter" idx="11"/>
          </p:nvPr>
        </p:nvSpPr>
        <p:spPr>
          <a:xfrm>
            <a:off x="323850" y="324396"/>
            <a:ext cx="3457575" cy="504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80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 sz="280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2"/>
          </p:nvPr>
        </p:nvSpPr>
        <p:spPr>
          <a:xfrm>
            <a:off x="323850" y="827782"/>
            <a:ext cx="4249738" cy="50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i="0">
                <a:solidFill>
                  <a:schemeClr val="accent1">
                    <a:lumMod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3pPr>
            <a:lvl4pPr marL="13716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4pPr>
            <a:lvl5pPr marL="18288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3"/>
          </p:nvPr>
        </p:nvSpPr>
        <p:spPr>
          <a:xfrm>
            <a:off x="323850" y="1332458"/>
            <a:ext cx="9001125" cy="4104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4"/>
          </p:nvPr>
        </p:nvSpPr>
        <p:spPr>
          <a:xfrm>
            <a:off x="7035800" y="5664200"/>
            <a:ext cx="2268538" cy="32543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0BE87578-B77F-40CC-B6D7-B9DC23F43E03}" type="slidenum">
              <a:rPr lang="zh-TW" altLang="en-US"/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內容版面配置區 7"/>
          <p:cNvSpPr>
            <a:spLocks noGrp="1"/>
          </p:cNvSpPr>
          <p:nvPr>
            <p:ph sz="quarter" idx="11"/>
          </p:nvPr>
        </p:nvSpPr>
        <p:spPr>
          <a:xfrm>
            <a:off x="323850" y="324396"/>
            <a:ext cx="3457575" cy="504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20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>
              <a:defRPr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2"/>
          </p:nvPr>
        </p:nvSpPr>
        <p:spPr>
          <a:xfrm>
            <a:off x="323850" y="827782"/>
            <a:ext cx="4249738" cy="50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3pPr>
            <a:lvl4pPr marL="13716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4pPr>
            <a:lvl5pPr marL="1828800" indent="0">
              <a:buNone/>
              <a:defRPr sz="1600" i="1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3"/>
          </p:nvPr>
        </p:nvSpPr>
        <p:spPr>
          <a:xfrm>
            <a:off x="323850" y="1332458"/>
            <a:ext cx="9001125" cy="4104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4"/>
          </p:nvPr>
        </p:nvSpPr>
        <p:spPr>
          <a:xfrm>
            <a:off x="7035800" y="5664200"/>
            <a:ext cx="2268538" cy="325438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49FD7DC3-1AF2-43B1-B0EA-3FB6B5B2136F}" type="slidenum">
              <a:rPr lang="zh-TW" altLang="en-US"/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8093075" y="37084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300" dirty="0" smtClean="0">
                <a:solidFill>
                  <a:schemeClr val="bg1"/>
                </a:solidFill>
                <a:latin typeface="Myriad Pro Light" charset="0"/>
                <a:ea typeface="文鼎新細黑" pitchFamily="49" charset="-120"/>
              </a:rPr>
              <a:t>2014.12.14</a:t>
            </a:r>
            <a:endParaRPr lang="en-US" altLang="zh-TW" sz="1300" dirty="0" smtClean="0">
              <a:solidFill>
                <a:schemeClr val="bg1"/>
              </a:solidFill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5653088" y="3937000"/>
            <a:ext cx="34766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2800" dirty="0" smtClean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dirty="0" smtClean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7132638" y="4424363"/>
            <a:ext cx="198596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400" smtClean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smtClean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104188" y="37211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300" smtClean="0">
                <a:solidFill>
                  <a:schemeClr val="bg1"/>
                </a:solidFill>
                <a:latin typeface="Myriad Pro Light" charset="0"/>
                <a:ea typeface="文鼎新細黑" pitchFamily="49" charset="-120"/>
              </a:rPr>
              <a:t>2014.12.03</a:t>
            </a:r>
            <a:endParaRPr lang="en-US" altLang="zh-TW" sz="1300" smtClean="0">
              <a:solidFill>
                <a:schemeClr val="bg1"/>
              </a:solidFill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6167438" y="3949700"/>
            <a:ext cx="29733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2800" dirty="0" smtClean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dirty="0" smtClean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143750" y="4437063"/>
            <a:ext cx="19859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400" smtClean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smtClean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pic>
        <p:nvPicPr>
          <p:cNvPr id="103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8408988" y="40259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300" dirty="0" smtClean="0">
                <a:latin typeface="Myriad Pro Light" charset="0"/>
                <a:ea typeface="文鼎新細黑" pitchFamily="49" charset="-120"/>
              </a:rPr>
              <a:t>2014.12.03</a:t>
            </a:r>
            <a:endParaRPr lang="en-US" altLang="zh-TW" sz="1300" dirty="0" smtClean="0"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472238" y="4254500"/>
            <a:ext cx="29733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2800" smtClean="0"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smtClean="0"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448550" y="4741863"/>
            <a:ext cx="19859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400" smtClean="0"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smtClean="0">
              <a:latin typeface="Myriad Pro Light" charset="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16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8093075" y="37084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300" dirty="0">
                <a:solidFill>
                  <a:schemeClr val="bg1"/>
                </a:solidFill>
                <a:latin typeface="Myriad Pro Light" charset="0"/>
                <a:ea typeface="文鼎新細黑" pitchFamily="49" charset="-120"/>
              </a:rPr>
              <a:t>2014.11.20</a:t>
            </a:r>
            <a:endParaRPr lang="en-US" altLang="zh-TW" sz="1300" dirty="0">
              <a:solidFill>
                <a:schemeClr val="bg1"/>
              </a:solidFill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5365750" y="3937000"/>
            <a:ext cx="376396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28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7132638" y="4424363"/>
            <a:ext cx="198596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4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8104188" y="37211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300" dirty="0">
                <a:solidFill>
                  <a:schemeClr val="bg1"/>
                </a:solidFill>
                <a:latin typeface="Myriad Pro Light" charset="0"/>
                <a:ea typeface="文鼎新細黑" pitchFamily="49" charset="-120"/>
              </a:rPr>
              <a:t>2014.12.03</a:t>
            </a:r>
            <a:endParaRPr lang="en-US" altLang="zh-TW" sz="1300" dirty="0">
              <a:solidFill>
                <a:schemeClr val="bg1"/>
              </a:solidFill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6167438" y="3949700"/>
            <a:ext cx="29733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28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5127" name="Text Box 4"/>
          <p:cNvSpPr txBox="1">
            <a:spLocks noChangeArrowheads="1"/>
          </p:cNvSpPr>
          <p:nvPr/>
        </p:nvSpPr>
        <p:spPr bwMode="auto">
          <a:xfrm>
            <a:off x="7143750" y="4437063"/>
            <a:ext cx="19859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4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5128" name="Text Box 4"/>
          <p:cNvSpPr txBox="1">
            <a:spLocks noChangeArrowheads="1"/>
          </p:cNvSpPr>
          <p:nvPr/>
        </p:nvSpPr>
        <p:spPr bwMode="auto">
          <a:xfrm>
            <a:off x="8256588" y="3873500"/>
            <a:ext cx="1009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300" dirty="0">
                <a:solidFill>
                  <a:schemeClr val="bg1"/>
                </a:solidFill>
                <a:latin typeface="Myriad Pro Light" charset="0"/>
                <a:ea typeface="文鼎新細黑" pitchFamily="49" charset="-120"/>
              </a:rPr>
              <a:t>2014.12.03</a:t>
            </a:r>
            <a:endParaRPr lang="en-US" altLang="zh-TW" sz="1300" dirty="0">
              <a:solidFill>
                <a:schemeClr val="bg1"/>
              </a:solidFill>
              <a:latin typeface="Myriad Pro Light" charset="0"/>
              <a:ea typeface="文鼎新細黑" pitchFamily="49" charset="-120"/>
            </a:endParaRPr>
          </a:p>
        </p:txBody>
      </p:sp>
      <p:sp>
        <p:nvSpPr>
          <p:cNvPr id="5129" name="Text Box 4"/>
          <p:cNvSpPr txBox="1">
            <a:spLocks noChangeArrowheads="1"/>
          </p:cNvSpPr>
          <p:nvPr/>
        </p:nvSpPr>
        <p:spPr bwMode="auto">
          <a:xfrm>
            <a:off x="6319838" y="4102100"/>
            <a:ext cx="29733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28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Project Name</a:t>
            </a:r>
            <a:endParaRPr kumimoji="0" lang="en-US" altLang="zh-TW" sz="28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sp>
        <p:nvSpPr>
          <p:cNvPr id="5131" name="Text Box 4"/>
          <p:cNvSpPr txBox="1">
            <a:spLocks noChangeArrowheads="1"/>
          </p:cNvSpPr>
          <p:nvPr/>
        </p:nvSpPr>
        <p:spPr bwMode="auto">
          <a:xfrm>
            <a:off x="7296150" y="4589463"/>
            <a:ext cx="198596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/>
            <a:r>
              <a:rPr kumimoji="0" lang="en-US" altLang="zh-TW" sz="1400" dirty="0">
                <a:solidFill>
                  <a:srgbClr val="FFFFFF"/>
                </a:solidFill>
                <a:latin typeface="Myriad Pro Light" charset="0"/>
                <a:ea typeface="微軟正黑體" panose="020B0604030504040204" pitchFamily="34" charset="-120"/>
              </a:rPr>
              <a:t>By Your Name</a:t>
            </a:r>
            <a:endParaRPr kumimoji="0" lang="en-US" altLang="zh-TW" sz="1400" dirty="0">
              <a:solidFill>
                <a:srgbClr val="FFFFFF"/>
              </a:solidFill>
              <a:latin typeface="Myriad Pro Light" charset="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" y="73025"/>
            <a:ext cx="9546590" cy="5944235"/>
          </a:xfrm>
          <a:prstGeom prst="rect">
            <a:avLst/>
          </a:prstGeom>
        </p:spPr>
      </p:pic>
      <p:sp>
        <p:nvSpPr>
          <p:cNvPr id="5132" name="Text Box 4"/>
          <p:cNvSpPr txBox="1">
            <a:spLocks noChangeArrowheads="1"/>
          </p:cNvSpPr>
          <p:nvPr/>
        </p:nvSpPr>
        <p:spPr bwMode="auto">
          <a:xfrm>
            <a:off x="8326438" y="4025900"/>
            <a:ext cx="1092200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400" dirty="0" smtClean="0">
                <a:latin typeface="Noto Serif CJK TC" pitchFamily="18" charset="-128"/>
                <a:ea typeface="Noto Serif CJK TC" pitchFamily="18" charset="-128"/>
              </a:rPr>
              <a:t>2021.11.12</a:t>
            </a:r>
            <a:endParaRPr lang="en-US" altLang="zh-TW" sz="1400" dirty="0" smtClean="0">
              <a:latin typeface="Noto Serif CJK TC" pitchFamily="18" charset="-128"/>
              <a:ea typeface="Noto Serif CJK TC" pitchFamily="18" charset="-128"/>
            </a:endParaRPr>
          </a:p>
        </p:txBody>
      </p:sp>
      <p:sp>
        <p:nvSpPr>
          <p:cNvPr id="5133" name="Text Box 4"/>
          <p:cNvSpPr txBox="1">
            <a:spLocks noChangeArrowheads="1"/>
          </p:cNvSpPr>
          <p:nvPr/>
        </p:nvSpPr>
        <p:spPr bwMode="auto">
          <a:xfrm>
            <a:off x="468438" y="4254500"/>
            <a:ext cx="8977188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2400" b="1" dirty="0" smtClean="0">
                <a:latin typeface="Noto Serif CJK TC" pitchFamily="18" charset="-128"/>
                <a:ea typeface="Noto Serif CJK TC" pitchFamily="18" charset="-128"/>
              </a:rPr>
              <a:t>BG3-PTI NDA </a:t>
            </a:r>
            <a:r>
              <a:rPr kumimoji="0" lang="en-US" altLang="zh-TW" sz="2400" b="1" dirty="0" err="1" smtClean="0">
                <a:latin typeface="Noto Serif CJK TC" pitchFamily="18" charset="-128"/>
                <a:ea typeface="Noto Serif CJK TC" pitchFamily="18" charset="-128"/>
              </a:rPr>
              <a:t>WebFlow</a:t>
            </a:r>
            <a:r>
              <a:rPr kumimoji="0" lang="en-US" altLang="zh-TW" sz="2400" b="1" dirty="0" smtClean="0">
                <a:latin typeface="Noto Serif CJK TC" pitchFamily="18" charset="-128"/>
                <a:ea typeface="Noto Serif CJK TC" pitchFamily="18" charset="-128"/>
              </a:rPr>
              <a:t> SOP v1.0</a:t>
            </a:r>
            <a:endParaRPr kumimoji="0" lang="en-US" altLang="zh-TW" sz="2400" b="1" dirty="0" smtClean="0">
              <a:latin typeface="Noto Serif CJK TC" pitchFamily="18" charset="-128"/>
              <a:ea typeface="Noto Serif CJK TC" pitchFamily="18" charset="-128"/>
            </a:endParaRPr>
          </a:p>
        </p:txBody>
      </p:sp>
      <p:sp>
        <p:nvSpPr>
          <p:cNvPr id="5134" name="Text Box 4"/>
          <p:cNvSpPr txBox="1">
            <a:spLocks noChangeArrowheads="1"/>
          </p:cNvSpPr>
          <p:nvPr/>
        </p:nvSpPr>
        <p:spPr bwMode="auto">
          <a:xfrm>
            <a:off x="4860926" y="4741863"/>
            <a:ext cx="4573588" cy="351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4306" tIns="52153" rIns="104306" bIns="5215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algn="r" eaLnBrk="1" hangingPunct="1">
              <a:defRPr/>
            </a:pPr>
            <a:r>
              <a:rPr kumimoji="0" lang="en-US" altLang="zh-TW" sz="1600" dirty="0" smtClean="0">
                <a:latin typeface="Noto Serif CJK TC" pitchFamily="18" charset="-128"/>
                <a:ea typeface="Noto Serif CJK TC" pitchFamily="18" charset="-128"/>
              </a:rPr>
              <a:t>By BG3-BU1-FPM</a:t>
            </a:r>
            <a:endParaRPr kumimoji="0" lang="en-US" altLang="zh-TW" sz="1600" dirty="0" smtClean="0">
              <a:latin typeface="Noto Serif CJK TC" pitchFamily="18" charset="-128"/>
              <a:ea typeface="Noto Serif CJK TC" pitchFamily="18" charset="-128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graphicFrame>
        <p:nvGraphicFramePr>
          <p:cNvPr id="7" name="資料庫圖表 6"/>
          <p:cNvGraphicFramePr/>
          <p:nvPr/>
        </p:nvGraphicFramePr>
        <p:xfrm>
          <a:off x="900485" y="252388"/>
          <a:ext cx="7921137" cy="5112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TW" dirty="0" smtClean="0"/>
              <a:t>Process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sz="quarter" idx="13"/>
          </p:nvPr>
        </p:nvGraphicFramePr>
        <p:xfrm>
          <a:off x="323850" y="1331913"/>
          <a:ext cx="9001125" cy="410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323850" y="108372"/>
            <a:ext cx="9001125" cy="5328592"/>
          </a:xfrm>
        </p:spPr>
        <p:txBody>
          <a:bodyPr/>
          <a:lstStyle/>
          <a:p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             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dirty="0">
              <a:latin typeface="Noto Serif CJK TC Black" pitchFamily="18" charset="-128"/>
              <a:ea typeface="Noto Serif CJK TC Black" pitchFamily="18" charset="-128"/>
            </a:endParaRPr>
          </a:p>
          <a:p>
            <a:r>
              <a:rPr lang="en-US" altLang="zh-TW" sz="3200" dirty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sz="3200" dirty="0" smtClean="0">
                <a:latin typeface="Noto Serif CJK TC Black" pitchFamily="18" charset="-128"/>
                <a:ea typeface="Noto Serif CJK TC Black" pitchFamily="18" charset="-128"/>
              </a:rPr>
              <a:t>                                      SOP</a:t>
            </a:r>
            <a:endParaRPr lang="zh-TW" altLang="en-US" sz="32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485"/>
            <a:ext cx="5123815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1. Application  -- Filer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49" y="827782"/>
            <a:ext cx="7345387" cy="504825"/>
          </a:xfrm>
        </p:spPr>
        <p:txBody>
          <a:bodyPr/>
          <a:lstStyle/>
          <a:p>
            <a:r>
              <a:rPr lang="en-US" altLang="zh-TW" dirty="0" err="1" smtClean="0">
                <a:latin typeface="Noto Serif CJK TC Black" pitchFamily="18" charset="-128"/>
                <a:ea typeface="Noto Serif CJK TC Black" pitchFamily="18" charset="-128"/>
              </a:rPr>
              <a:t>FIP Portal --&gt;HGND- NPI Project NDA Application Form </a:t>
            </a:r>
            <a:endParaRPr lang="en-US" altLang="zh-TW" dirty="0" err="1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9" name="內容版面配置區 8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464820" y="1062355"/>
            <a:ext cx="8585835" cy="4530725"/>
          </a:xfrm>
          <a:prstGeom prst="rect">
            <a:avLst/>
          </a:prstGeom>
        </p:spPr>
      </p:pic>
      <p:sp>
        <p:nvSpPr>
          <p:cNvPr id="7" name="甜甜圈 6"/>
          <p:cNvSpPr/>
          <p:nvPr/>
        </p:nvSpPr>
        <p:spPr>
          <a:xfrm>
            <a:off x="2072640" y="4511040"/>
            <a:ext cx="2417445" cy="243205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1" name="直線單箭頭接點 10"/>
          <p:cNvCxnSpPr>
            <a:stCxn id="13" idx="2"/>
          </p:cNvCxnSpPr>
          <p:nvPr/>
        </p:nvCxnSpPr>
        <p:spPr>
          <a:xfrm>
            <a:off x="1029970" y="4253865"/>
            <a:ext cx="1128395" cy="681355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54610" y="3423920"/>
            <a:ext cx="1950085" cy="8299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Noto Serif CJK TC Black" pitchFamily="18" charset="-128"/>
                <a:ea typeface="Noto Serif CJK TC Black" pitchFamily="18" charset="-128"/>
              </a:rPr>
              <a:t>Select and apply only 1 project at a time</a:t>
            </a:r>
            <a:endParaRPr lang="en-US" altLang="zh-TW" sz="16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75260" y="5327015"/>
            <a:ext cx="2255520" cy="337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en-US" altLang="zh-TW" sz="1600" dirty="0">
                <a:latin typeface="Noto Serif CJK TC Black" pitchFamily="18" charset="-128"/>
                <a:ea typeface="Noto Serif CJK TC Black" pitchFamily="18" charset="-128"/>
              </a:rPr>
              <a:t>Template Download </a:t>
            </a:r>
            <a:endParaRPr lang="en-US" altLang="zh-TW" sz="16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6" name="甜甜圈 5"/>
          <p:cNvSpPr/>
          <p:nvPr/>
        </p:nvSpPr>
        <p:spPr>
          <a:xfrm>
            <a:off x="2004695" y="5082540"/>
            <a:ext cx="863600" cy="244475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8" name="直線單箭頭接點 7"/>
          <p:cNvCxnSpPr>
            <a:stCxn id="4" idx="0"/>
            <a:endCxn id="6" idx="2"/>
          </p:cNvCxnSpPr>
          <p:nvPr/>
        </p:nvCxnSpPr>
        <p:spPr>
          <a:xfrm flipV="1">
            <a:off x="1303020" y="5205095"/>
            <a:ext cx="701675" cy="121920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甜甜圈 9"/>
          <p:cNvSpPr/>
          <p:nvPr/>
        </p:nvSpPr>
        <p:spPr>
          <a:xfrm>
            <a:off x="6104890" y="4511040"/>
            <a:ext cx="2417445" cy="357505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392670" y="5205095"/>
            <a:ext cx="1993265" cy="337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en-US" altLang="zh-TW" sz="1600" dirty="0">
                <a:latin typeface="Noto Serif CJK TC Black" pitchFamily="18" charset="-128"/>
                <a:ea typeface="Noto Serif CJK TC Black" pitchFamily="18" charset="-128"/>
              </a:rPr>
              <a:t>Overall NDA DRI </a:t>
            </a:r>
            <a:endParaRPr lang="en-US" altLang="zh-TW" sz="16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cxnSp>
        <p:nvCxnSpPr>
          <p:cNvPr id="14" name="直線單箭頭接點 13"/>
          <p:cNvCxnSpPr>
            <a:stCxn id="12" idx="0"/>
            <a:endCxn id="10" idx="4"/>
          </p:cNvCxnSpPr>
          <p:nvPr/>
        </p:nvCxnSpPr>
        <p:spPr>
          <a:xfrm flipH="1" flipV="1">
            <a:off x="7313930" y="4868545"/>
            <a:ext cx="1075690" cy="336550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132080"/>
            <a:ext cx="6957695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2.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File upload Template 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-- Filer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50" y="636905"/>
            <a:ext cx="6140450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1. Need fill the working ID ( (Note: No empty space allowed!!)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2. Save it and upload to system form.</a:t>
            </a:r>
            <a:endParaRPr lang="zh-CN" altLang="en-US" dirty="0" smtClean="0">
              <a:latin typeface="Noto Serif CJK TC Black" pitchFamily="18" charset="-128"/>
              <a:ea typeface="SimSun" panose="02010600030101010101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8" name="內容版面配置區 7"/>
          <p:cNvPicPr>
            <a:picLocks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1402715" y="1421765"/>
            <a:ext cx="1206500" cy="380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485"/>
            <a:ext cx="7595870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3.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Check again before submit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" y="1249045"/>
            <a:ext cx="9685020" cy="3274060"/>
          </a:xfrm>
          <a:prstGeom prst="rect">
            <a:avLst/>
          </a:prstGeom>
        </p:spPr>
      </p:pic>
      <p:grpSp>
        <p:nvGrpSpPr>
          <p:cNvPr id="15" name="群組 14"/>
          <p:cNvGrpSpPr/>
          <p:nvPr/>
        </p:nvGrpSpPr>
        <p:grpSpPr>
          <a:xfrm>
            <a:off x="6723380" y="2354580"/>
            <a:ext cx="3086735" cy="2839085"/>
            <a:chOff x="10588" y="3708"/>
            <a:chExt cx="4861" cy="4471"/>
          </a:xfrm>
        </p:grpSpPr>
        <p:sp>
          <p:nvSpPr>
            <p:cNvPr id="12" name="甜甜圈 11"/>
            <p:cNvSpPr/>
            <p:nvPr/>
          </p:nvSpPr>
          <p:spPr>
            <a:xfrm>
              <a:off x="14167" y="3708"/>
              <a:ext cx="1282" cy="3115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10588" y="7648"/>
              <a:ext cx="4693" cy="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Could be delete if needed </a:t>
              </a:r>
              <a:endParaRPr lang="en-US" altLang="zh-TW" sz="1600" dirty="0">
                <a:latin typeface="Noto Serif CJK TC Black" pitchFamily="18" charset="-128"/>
                <a:ea typeface="Noto Serif CJK TC Black" pitchFamily="18" charset="-128"/>
              </a:endParaRPr>
            </a:p>
          </p:txBody>
        </p:sp>
        <p:cxnSp>
          <p:nvCxnSpPr>
            <p:cNvPr id="14" name="直線單箭頭接點 13"/>
            <p:cNvCxnSpPr>
              <a:stCxn id="13" idx="0"/>
              <a:endCxn id="12" idx="4"/>
            </p:cNvCxnSpPr>
            <p:nvPr/>
          </p:nvCxnSpPr>
          <p:spPr>
            <a:xfrm flipV="1">
              <a:off x="12935" y="6823"/>
              <a:ext cx="1873" cy="825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485"/>
            <a:ext cx="8075295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4.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Sec&amp;Dept Manager Review/Signing </a:t>
            </a:r>
            <a:endParaRPr lang="en-US" altLang="zh-TW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50" y="828040"/>
            <a:ext cx="8075295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  <a:sym typeface="Wingdings" panose="05000000000000000000" pitchFamily="2" charset="2"/>
              </a:rPr>
              <a:t>Check Name List  [Select] Necessary  Agree(Disagree)  Approve(Reject)</a:t>
            </a:r>
            <a:endParaRPr lang="zh-CN" altLang="en-US" dirty="0" smtClean="0">
              <a:latin typeface="Noto Serif CJK TC Black" pitchFamily="18" charset="-128"/>
              <a:ea typeface="SimSun" panose="02010600030101010101" charset="-122"/>
              <a:sym typeface="Wingdings" panose="05000000000000000000" pitchFamily="2" charset="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911215" y="5720080"/>
            <a:ext cx="1002665" cy="337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en-US" altLang="zh-TW" sz="1600" dirty="0">
                <a:latin typeface="Noto Serif CJK TC Black" pitchFamily="18" charset="-128"/>
                <a:ea typeface="Noto Serif CJK TC Black" pitchFamily="18" charset="-128"/>
              </a:rPr>
              <a:t>Approve</a:t>
            </a:r>
            <a:endParaRPr lang="en-US" altLang="zh-TW" sz="16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" y="1189990"/>
            <a:ext cx="9675495" cy="374205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4742180"/>
            <a:ext cx="9403080" cy="570230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7035800" y="2218055"/>
            <a:ext cx="2662555" cy="3390265"/>
            <a:chOff x="11876" y="2189"/>
            <a:chExt cx="4193" cy="5339"/>
          </a:xfrm>
        </p:grpSpPr>
        <p:sp>
          <p:nvSpPr>
            <p:cNvPr id="17" name="甜甜圈 16"/>
            <p:cNvSpPr/>
            <p:nvPr/>
          </p:nvSpPr>
          <p:spPr>
            <a:xfrm>
              <a:off x="15284" y="2189"/>
              <a:ext cx="785" cy="3814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/>
            <p:cNvCxnSpPr>
              <a:stCxn id="18" idx="0"/>
              <a:endCxn id="17" idx="4"/>
            </p:cNvCxnSpPr>
            <p:nvPr/>
          </p:nvCxnSpPr>
          <p:spPr>
            <a:xfrm flipV="1">
              <a:off x="13970" y="6003"/>
              <a:ext cx="1707" cy="994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11876" y="6997"/>
              <a:ext cx="4188" cy="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Need “select” and “Agree” </a:t>
              </a:r>
              <a:endParaRPr lang="en-US" altLang="zh-TW" sz="1600" dirty="0">
                <a:latin typeface="Noto Serif CJK TC Black" pitchFamily="18" charset="-128"/>
                <a:ea typeface="Noto Serif CJK TC Black" pitchFamily="18" charset="-128"/>
              </a:endParaRPr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7987030" y="4529455"/>
            <a:ext cx="817245" cy="741680"/>
            <a:chOff x="12223" y="8301"/>
            <a:chExt cx="1287" cy="1168"/>
          </a:xfrm>
        </p:grpSpPr>
        <p:sp>
          <p:nvSpPr>
            <p:cNvPr id="20" name="甜甜圈 19"/>
            <p:cNvSpPr/>
            <p:nvPr/>
          </p:nvSpPr>
          <p:spPr>
            <a:xfrm>
              <a:off x="12223" y="8301"/>
              <a:ext cx="1287" cy="400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1" name="直線單箭頭接點 20"/>
            <p:cNvCxnSpPr>
              <a:stCxn id="18" idx="0"/>
              <a:endCxn id="20" idx="4"/>
            </p:cNvCxnSpPr>
            <p:nvPr/>
          </p:nvCxnSpPr>
          <p:spPr>
            <a:xfrm flipV="1">
              <a:off x="12819" y="8701"/>
              <a:ext cx="48" cy="768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甜甜圈 21"/>
          <p:cNvSpPr/>
          <p:nvPr/>
        </p:nvSpPr>
        <p:spPr>
          <a:xfrm>
            <a:off x="5499735" y="4932045"/>
            <a:ext cx="1033145" cy="392430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24" name="直線單箭頭接點 23"/>
          <p:cNvCxnSpPr>
            <a:stCxn id="23" idx="0"/>
            <a:endCxn id="22" idx="4"/>
          </p:cNvCxnSpPr>
          <p:nvPr/>
        </p:nvCxnSpPr>
        <p:spPr>
          <a:xfrm flipH="1" flipV="1">
            <a:off x="6016625" y="5324475"/>
            <a:ext cx="396240" cy="395605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396"/>
            <a:ext cx="8857555" cy="504825"/>
          </a:xfrm>
        </p:spPr>
        <p:txBody>
          <a:bodyPr/>
          <a:lstStyle/>
          <a:p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5.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</a:rPr>
              <a:t> Print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C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</a:rPr>
              <a:t>ustomized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NDA(1/3)  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-- Filer</a:t>
            </a:r>
            <a:endParaRPr lang="en-US" altLang="zh-TW" sz="2800" dirty="0" smtClean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zh-TW" altLang="en-US" sz="28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323850" y="756513"/>
            <a:ext cx="9001125" cy="4104506"/>
          </a:xfrm>
        </p:spPr>
        <p:txBody>
          <a:bodyPr/>
          <a:lstStyle/>
          <a:p>
            <a:r>
              <a:rPr lang="zh-TW" altLang="en-US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After approved by managers, applicant need check the name and </a:t>
            </a:r>
            <a:r>
              <a:rPr lang="en-US" altLang="zh-TW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create </a:t>
            </a:r>
            <a:r>
              <a:rPr lang="zh-TW" altLang="en-US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customized NDA </a:t>
            </a:r>
            <a:endParaRPr lang="zh-TW" altLang="en-US" sz="1600" i="1" dirty="0" smtClean="0">
              <a:solidFill>
                <a:schemeClr val="accent1">
                  <a:lumMod val="75000"/>
                </a:schemeClr>
              </a:solidFill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1362075"/>
            <a:ext cx="9403715" cy="3124200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7517765" y="4218305"/>
            <a:ext cx="1590040" cy="3371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en-US" altLang="zh-TW" sz="1600" dirty="0">
                <a:latin typeface="Noto Serif CJK TC Black" pitchFamily="18" charset="-128"/>
                <a:ea typeface="Noto Serif CJK TC Black" pitchFamily="18" charset="-128"/>
              </a:rPr>
              <a:t>Create NDA</a:t>
            </a:r>
            <a:endParaRPr lang="en-US" altLang="zh-TW" sz="16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22" name="甜甜圈 21"/>
          <p:cNvSpPr/>
          <p:nvPr/>
        </p:nvSpPr>
        <p:spPr>
          <a:xfrm>
            <a:off x="8590915" y="3561080"/>
            <a:ext cx="1033145" cy="392430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24" name="直線單箭頭接點 23"/>
          <p:cNvCxnSpPr>
            <a:stCxn id="23" idx="0"/>
            <a:endCxn id="22" idx="4"/>
          </p:cNvCxnSpPr>
          <p:nvPr/>
        </p:nvCxnSpPr>
        <p:spPr>
          <a:xfrm flipV="1">
            <a:off x="8312785" y="3953510"/>
            <a:ext cx="795020" cy="264795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396"/>
            <a:ext cx="8857555" cy="504825"/>
          </a:xfrm>
        </p:spPr>
        <p:txBody>
          <a:bodyPr/>
          <a:lstStyle/>
          <a:p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5.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</a:rPr>
              <a:t> Print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C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</a:rPr>
              <a:t>ustomized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</a:rPr>
              <a:t>NDA(2/3)  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-- Filer</a:t>
            </a:r>
            <a:endParaRPr lang="en-US" altLang="zh-TW" sz="2800" dirty="0" smtClean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zh-TW" altLang="en-US" sz="28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323850" y="756513"/>
            <a:ext cx="9001125" cy="4104506"/>
          </a:xfrm>
        </p:spPr>
        <p:txBody>
          <a:bodyPr/>
          <a:lstStyle/>
          <a:p>
            <a:r>
              <a:rPr lang="zh-TW" altLang="en-US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After approved by managers, applicant need check the name and </a:t>
            </a:r>
            <a:r>
              <a:rPr lang="en-US" altLang="zh-TW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print </a:t>
            </a:r>
            <a:r>
              <a:rPr lang="zh-TW" altLang="en-US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customized NDA </a:t>
            </a:r>
            <a:endParaRPr lang="zh-TW" altLang="en-US" sz="1600" i="1" dirty="0" smtClean="0">
              <a:solidFill>
                <a:schemeClr val="accent1">
                  <a:lumMod val="75000"/>
                </a:schemeClr>
              </a:solidFill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" y="1198245"/>
            <a:ext cx="9504045" cy="2995930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7517765" y="3561080"/>
            <a:ext cx="2106295" cy="994410"/>
            <a:chOff x="11839" y="5608"/>
            <a:chExt cx="3317" cy="1566"/>
          </a:xfrm>
        </p:grpSpPr>
        <p:sp>
          <p:nvSpPr>
            <p:cNvPr id="23" name="文字方塊 22"/>
            <p:cNvSpPr txBox="1"/>
            <p:nvPr/>
          </p:nvSpPr>
          <p:spPr>
            <a:xfrm>
              <a:off x="11839" y="6643"/>
              <a:ext cx="2504" cy="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Print Preview</a:t>
              </a:r>
              <a:endParaRPr lang="en-US" altLang="zh-TW" sz="1600" dirty="0">
                <a:latin typeface="Noto Serif CJK TC Black" pitchFamily="18" charset="-128"/>
                <a:ea typeface="Noto Serif CJK TC Black" pitchFamily="18" charset="-128"/>
              </a:endParaRPr>
            </a:p>
          </p:txBody>
        </p:sp>
        <p:sp>
          <p:nvSpPr>
            <p:cNvPr id="22" name="甜甜圈 21"/>
            <p:cNvSpPr/>
            <p:nvPr/>
          </p:nvSpPr>
          <p:spPr>
            <a:xfrm>
              <a:off x="13529" y="5608"/>
              <a:ext cx="1627" cy="618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線單箭頭接點 23"/>
            <p:cNvCxnSpPr>
              <a:stCxn id="23" idx="0"/>
              <a:endCxn id="22" idx="4"/>
            </p:cNvCxnSpPr>
            <p:nvPr/>
          </p:nvCxnSpPr>
          <p:spPr>
            <a:xfrm flipV="1">
              <a:off x="13091" y="6226"/>
              <a:ext cx="1252" cy="417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4485"/>
            <a:ext cx="8495030" cy="504825"/>
          </a:xfrm>
        </p:spPr>
        <p:txBody>
          <a:bodyPr/>
          <a:lstStyle/>
          <a:p>
            <a:r>
              <a:rPr lang="en-US" altLang="zh-TW" sz="2800" dirty="0">
                <a:latin typeface="Noto Serif CJK TC Black" pitchFamily="18" charset="-128"/>
                <a:ea typeface="Noto Serif CJK TC Black" pitchFamily="18" charset="-128"/>
              </a:rPr>
              <a:t>5.</a:t>
            </a:r>
            <a:r>
              <a:rPr lang="zh-TW" altLang="en-US" sz="2800" dirty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5.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 Print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C</a:t>
            </a:r>
            <a:r>
              <a:rPr lang="zh-TW" altLang="en-US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ustomized </a:t>
            </a:r>
            <a:r>
              <a:rPr lang="en-US" altLang="zh-TW" sz="2800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NDA(3/3)   -- Filer</a:t>
            </a:r>
            <a:endParaRPr lang="zh-TW" altLang="en-US" sz="2800" dirty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zh-TW" altLang="en-US" sz="2800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49" y="827782"/>
            <a:ext cx="9398001" cy="504825"/>
          </a:xfrm>
        </p:spPr>
        <p:txBody>
          <a:bodyPr/>
          <a:lstStyle/>
          <a:p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After approved by managers, applicant need check the name and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print 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customized NDA</a:t>
            </a:r>
            <a:endParaRPr lang="en-US" altLang="zh-TW" dirty="0">
              <a:latin typeface="Noto Serif CJK TC Black" pitchFamily="18" charset="-128"/>
              <a:ea typeface="Noto Serif CJK TC Black" pitchFamily="18" charset="-128"/>
            </a:endParaRPr>
          </a:p>
          <a:p>
            <a:endParaRPr lang="zh-TW" altLang="en-US" dirty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1207135"/>
            <a:ext cx="9336405" cy="3382010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173995" y="1136650"/>
            <a:ext cx="2447460" cy="714375"/>
            <a:chOff x="13529" y="5608"/>
            <a:chExt cx="5045" cy="1125"/>
          </a:xfrm>
        </p:grpSpPr>
        <p:sp>
          <p:nvSpPr>
            <p:cNvPr id="23" name="文字方塊 22"/>
            <p:cNvSpPr txBox="1"/>
            <p:nvPr/>
          </p:nvSpPr>
          <p:spPr>
            <a:xfrm>
              <a:off x="15316" y="6202"/>
              <a:ext cx="3258" cy="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sz="1600" dirty="0">
                  <a:latin typeface="Noto Serif CJK TC Black" pitchFamily="18" charset="-128"/>
                  <a:ea typeface="SimSun" panose="02010600030101010101" charset="-122"/>
                </a:rPr>
                <a:t>HGND No#</a:t>
              </a:r>
              <a:endParaRPr lang="zh-CN" altLang="en-US" sz="1600" dirty="0">
                <a:latin typeface="Noto Serif CJK TC Black" pitchFamily="18" charset="-128"/>
                <a:ea typeface="SimSun" panose="02010600030101010101" charset="-122"/>
              </a:endParaRPr>
            </a:p>
          </p:txBody>
        </p:sp>
        <p:sp>
          <p:nvSpPr>
            <p:cNvPr id="22" name="甜甜圈 21"/>
            <p:cNvSpPr/>
            <p:nvPr/>
          </p:nvSpPr>
          <p:spPr>
            <a:xfrm>
              <a:off x="13529" y="5608"/>
              <a:ext cx="1627" cy="618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線單箭頭接點 23"/>
            <p:cNvCxnSpPr>
              <a:endCxn id="22" idx="4"/>
            </p:cNvCxnSpPr>
            <p:nvPr/>
          </p:nvCxnSpPr>
          <p:spPr>
            <a:xfrm flipH="1" flipV="1">
              <a:off x="14343" y="6226"/>
              <a:ext cx="958" cy="257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/>
          <p:cNvGrpSpPr/>
          <p:nvPr/>
        </p:nvGrpSpPr>
        <p:grpSpPr>
          <a:xfrm>
            <a:off x="8436184" y="490855"/>
            <a:ext cx="1214755" cy="1360170"/>
            <a:chOff x="12765" y="4084"/>
            <a:chExt cx="2504" cy="2142"/>
          </a:xfrm>
        </p:grpSpPr>
        <p:sp>
          <p:nvSpPr>
            <p:cNvPr id="10" name="文字方塊 9"/>
            <p:cNvSpPr txBox="1"/>
            <p:nvPr/>
          </p:nvSpPr>
          <p:spPr>
            <a:xfrm>
              <a:off x="12765" y="4084"/>
              <a:ext cx="2504" cy="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QR Code</a:t>
              </a:r>
              <a:endParaRPr lang="zh-CN" altLang="en-US" sz="1600" dirty="0">
                <a:latin typeface="Noto Serif CJK TC Black" pitchFamily="18" charset="-128"/>
                <a:ea typeface="SimSun" panose="02010600030101010101" charset="-122"/>
              </a:endParaRPr>
            </a:p>
          </p:txBody>
        </p:sp>
        <p:sp>
          <p:nvSpPr>
            <p:cNvPr id="11" name="甜甜圈 10"/>
            <p:cNvSpPr/>
            <p:nvPr/>
          </p:nvSpPr>
          <p:spPr>
            <a:xfrm>
              <a:off x="13529" y="5608"/>
              <a:ext cx="1627" cy="618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單箭頭接點 11"/>
            <p:cNvCxnSpPr>
              <a:stCxn id="10" idx="2"/>
              <a:endCxn id="11" idx="0"/>
            </p:cNvCxnSpPr>
            <p:nvPr/>
          </p:nvCxnSpPr>
          <p:spPr>
            <a:xfrm>
              <a:off x="14017" y="4615"/>
              <a:ext cx="326" cy="993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323126"/>
            <a:ext cx="6841331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6.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Paper NDA send to DRI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49" y="827782"/>
            <a:ext cx="9217595" cy="504825"/>
          </a:xfrm>
        </p:spPr>
        <p:txBody>
          <a:bodyPr/>
          <a:lstStyle/>
          <a:p>
            <a:r>
              <a:rPr lang="en-US" altLang="zh-TW" sz="1400" dirty="0" smtClean="0">
                <a:latin typeface="Noto Serif CJK TC Black" pitchFamily="18" charset="-128"/>
                <a:ea typeface="Noto Serif CJK TC Black" pitchFamily="18" charset="-128"/>
              </a:rPr>
              <a:t>Based on the NDA DRI request to follow up the time/Location </a:t>
            </a:r>
            <a:endParaRPr lang="zh-CN" altLang="en-US" sz="1400" dirty="0" smtClean="0">
              <a:latin typeface="Noto Serif CJK TC Black" pitchFamily="18" charset="-128"/>
              <a:ea typeface="SimSun" panose="02010600030101010101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graphicFrame>
        <p:nvGraphicFramePr>
          <p:cNvPr id="8" name="內容版面配置區 7"/>
          <p:cNvGraphicFramePr>
            <a:graphicFrameLocks noGrp="1"/>
          </p:cNvGraphicFramePr>
          <p:nvPr>
            <p:ph sz="quarter" idx="13"/>
          </p:nvPr>
        </p:nvGraphicFramePr>
        <p:xfrm>
          <a:off x="399415" y="1721485"/>
          <a:ext cx="9210675" cy="3446145"/>
        </p:xfrm>
        <a:graphic>
          <a:graphicData uri="http://schemas.openxmlformats.org/drawingml/2006/table">
            <a:tbl>
              <a:tblPr/>
              <a:tblGrid>
                <a:gridCol w="1532255"/>
                <a:gridCol w="1435100"/>
                <a:gridCol w="1616710"/>
                <a:gridCol w="2015490"/>
                <a:gridCol w="2611120"/>
              </a:tblGrid>
              <a:tr h="28448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BG3-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PTI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　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Location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India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cPr/>
                </a:tc>
                <a:tc hMerge="1">
                  <a:tcPr/>
                </a:tc>
              </a:tr>
              <a:tr h="31496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Project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BG3-BU1&amp;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TEC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01625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DRI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Location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Time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Request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40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Mickey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Gowrisankar_B</a:t>
                      </a:r>
                      <a:endParaRPr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OB-2F-Office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Every Thursday Afternoon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(2:00PM-5:00PM)</a:t>
                      </a:r>
                      <a:endParaRPr lang="en-US" altLang="zh-TW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Fix the paper clips with the form as the unit, label it (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F</a:t>
                      </a: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orm number, 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S</a:t>
                      </a: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ender 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number</a:t>
                      </a: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, </a:t>
                      </a: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N</a:t>
                      </a: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</a:rPr>
                        <a:t>umber of copies)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</a:endParaRPr>
                    </a:p>
                  </a:txBody>
                  <a:tcPr marL="4183" marR="4183" marT="418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3850" y="212090"/>
            <a:ext cx="9475470" cy="504825"/>
          </a:xfrm>
        </p:spPr>
        <p:txBody>
          <a:bodyPr/>
          <a:lstStyle/>
          <a:p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7.</a:t>
            </a:r>
            <a:r>
              <a:rPr lang="zh-TW" altLang="en-US" dirty="0" smtClean="0">
                <a:latin typeface="Noto Serif CJK TC Black" pitchFamily="18" charset="-128"/>
                <a:ea typeface="Noto Serif CJK TC Black" pitchFamily="18" charset="-128"/>
              </a:rPr>
              <a:t>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</a:rPr>
              <a:t>Review and approval   </a:t>
            </a:r>
            <a:r>
              <a:rPr lang="en-US" altLang="zh-TW" dirty="0" smtClean="0">
                <a:latin typeface="Noto Serif CJK TC Black" pitchFamily="18" charset="-128"/>
                <a:ea typeface="Noto Serif CJK TC Black" pitchFamily="18" charset="-128"/>
                <a:sym typeface="+mn-ea"/>
              </a:rPr>
              <a:t>-- NDA DRI</a:t>
            </a:r>
            <a:endParaRPr lang="en-US" altLang="zh-TW" dirty="0" smtClean="0">
              <a:latin typeface="Noto Serif CJK TC Black" pitchFamily="18" charset="-128"/>
              <a:ea typeface="Noto Serif CJK TC Black" pitchFamily="18" charset="-128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sp>
        <p:nvSpPr>
          <p:cNvPr id="10" name="內容版面配置區 1"/>
          <p:cNvSpPr>
            <a:spLocks noGrp="1"/>
          </p:cNvSpPr>
          <p:nvPr/>
        </p:nvSpPr>
        <p:spPr>
          <a:xfrm>
            <a:off x="581660" y="716915"/>
            <a:ext cx="9667875" cy="504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zh-TW" altLang="en-US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NDA DRI(For example: Gowri) </a:t>
            </a:r>
            <a:r>
              <a:rPr kumimoji="0" lang="en-US" altLang="zh-TW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Need check the Paper NDA if writing norms or not </a:t>
            </a:r>
            <a:endParaRPr kumimoji="0" lang="en-US" altLang="zh-TW" sz="1600" i="1" dirty="0" smtClean="0">
              <a:solidFill>
                <a:schemeClr val="accent1">
                  <a:lumMod val="75000"/>
                </a:schemeClr>
              </a:solidFill>
              <a:latin typeface="Noto Serif CJK TC Black" pitchFamily="18" charset="-128"/>
              <a:ea typeface="Noto Serif CJK TC Black" pitchFamily="18" charset="-128"/>
            </a:endParaRPr>
          </a:p>
          <a:p>
            <a:r>
              <a:rPr kumimoji="0" lang="en-US" altLang="zh-CN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if okay --&gt;Receipt of paper NDA/Approve</a:t>
            </a:r>
            <a:endParaRPr kumimoji="0" lang="en-US" altLang="zh-CN" sz="1600" i="1" dirty="0" smtClean="0">
              <a:solidFill>
                <a:schemeClr val="accent1">
                  <a:lumMod val="75000"/>
                </a:schemeClr>
              </a:solidFill>
              <a:latin typeface="Noto Serif CJK TC Black" pitchFamily="18" charset="-128"/>
              <a:ea typeface="Noto Serif CJK TC Black" pitchFamily="18" charset="-128"/>
            </a:endParaRPr>
          </a:p>
          <a:p>
            <a:r>
              <a:rPr kumimoji="0" lang="en-US" altLang="zh-CN" sz="1600" i="1" dirty="0" smtClean="0">
                <a:solidFill>
                  <a:schemeClr val="accent1">
                    <a:lumMod val="75000"/>
                  </a:schemeClr>
                </a:solidFill>
                <a:latin typeface="Noto Serif CJK TC Black" pitchFamily="18" charset="-128"/>
                <a:ea typeface="Noto Serif CJK TC Black" pitchFamily="18" charset="-128"/>
              </a:rPr>
              <a:t>if NG --&gt; Reject </a:t>
            </a:r>
            <a:endParaRPr kumimoji="0" lang="en-US" altLang="zh-CN" sz="1600" i="1" dirty="0" smtClean="0">
              <a:solidFill>
                <a:schemeClr val="accent1">
                  <a:lumMod val="75000"/>
                </a:schemeClr>
              </a:solidFill>
              <a:latin typeface="Noto Serif CJK TC Black" pitchFamily="18" charset="-128"/>
              <a:ea typeface="Noto Serif CJK TC Black" pitchFamily="18" charset="-128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15" y="1689735"/>
            <a:ext cx="8486775" cy="3974465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3679825" y="2122805"/>
            <a:ext cx="5323205" cy="3787775"/>
            <a:chOff x="3055" y="2272"/>
            <a:chExt cx="8383" cy="5965"/>
          </a:xfrm>
        </p:grpSpPr>
        <p:sp>
          <p:nvSpPr>
            <p:cNvPr id="17" name="甜甜圈 16"/>
            <p:cNvSpPr/>
            <p:nvPr/>
          </p:nvSpPr>
          <p:spPr>
            <a:xfrm>
              <a:off x="10584" y="2272"/>
              <a:ext cx="854" cy="4700"/>
            </a:xfrm>
            <a:prstGeom prst="donut">
              <a:avLst>
                <a:gd name="adj" fmla="val 5506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solidFill>
                <a:srgbClr val="0303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3055" y="7318"/>
              <a:ext cx="6439" cy="9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Need “select” after check okay</a:t>
              </a:r>
              <a:endParaRPr lang="en-US" altLang="zh-TW" sz="1600" dirty="0">
                <a:latin typeface="Noto Serif CJK TC Black" pitchFamily="18" charset="-128"/>
                <a:ea typeface="Noto Serif CJK TC Black" pitchFamily="18" charset="-128"/>
              </a:endParaRPr>
            </a:p>
            <a:p>
              <a:r>
                <a:rPr lang="en-US" altLang="zh-TW" sz="1600" dirty="0">
                  <a:latin typeface="Noto Serif CJK TC Black" pitchFamily="18" charset="-128"/>
                  <a:ea typeface="Noto Serif CJK TC Black" pitchFamily="18" charset="-128"/>
                </a:rPr>
                <a:t>Click on “Receipt of Paper NDA” </a:t>
              </a:r>
              <a:endParaRPr lang="en-US" altLang="zh-TW" sz="1600" dirty="0">
                <a:latin typeface="Noto Serif CJK TC Black" pitchFamily="18" charset="-128"/>
                <a:ea typeface="Noto Serif CJK TC Black" pitchFamily="18" charset="-128"/>
              </a:endParaRPr>
            </a:p>
          </p:txBody>
        </p:sp>
        <p:cxnSp>
          <p:nvCxnSpPr>
            <p:cNvPr id="19" name="直線單箭頭接點 18"/>
            <p:cNvCxnSpPr>
              <a:stCxn id="18" idx="0"/>
              <a:endCxn id="17" idx="2"/>
            </p:cNvCxnSpPr>
            <p:nvPr/>
          </p:nvCxnSpPr>
          <p:spPr>
            <a:xfrm flipV="1">
              <a:off x="6275" y="4622"/>
              <a:ext cx="4309" cy="2696"/>
            </a:xfrm>
            <a:prstGeom prst="straightConnector1">
              <a:avLst/>
            </a:prstGeom>
            <a:ln w="28575">
              <a:solidFill>
                <a:srgbClr val="0303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甜甜圈 12"/>
          <p:cNvSpPr/>
          <p:nvPr/>
        </p:nvSpPr>
        <p:spPr>
          <a:xfrm>
            <a:off x="7768590" y="5107305"/>
            <a:ext cx="1356360" cy="392430"/>
          </a:xfrm>
          <a:prstGeom prst="donut">
            <a:avLst>
              <a:gd name="adj" fmla="val 5506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303F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4" name="直線單箭頭接點 13"/>
          <p:cNvCxnSpPr>
            <a:endCxn id="13" idx="4"/>
          </p:cNvCxnSpPr>
          <p:nvPr/>
        </p:nvCxnSpPr>
        <p:spPr>
          <a:xfrm flipV="1">
            <a:off x="7741285" y="5499735"/>
            <a:ext cx="705485" cy="153670"/>
          </a:xfrm>
          <a:prstGeom prst="straightConnector1">
            <a:avLst/>
          </a:prstGeom>
          <a:ln w="28575">
            <a:solidFill>
              <a:srgbClr val="0303F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1"/>
          </p:nvPr>
        </p:nvSpPr>
        <p:spPr>
          <a:xfrm>
            <a:off x="324421" y="324396"/>
            <a:ext cx="5329163" cy="504825"/>
          </a:xfrm>
        </p:spPr>
        <p:txBody>
          <a:bodyPr/>
          <a:lstStyle/>
          <a:p>
            <a:r>
              <a:rPr lang="en-US" altLang="zh-TW" dirty="0" smtClean="0">
                <a:latin typeface="Microsoft YaHei" panose="020B0503020204020204" charset="-122"/>
                <a:ea typeface="Microsoft YaHei" panose="020B0503020204020204" charset="-122"/>
              </a:rPr>
              <a:t>8.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 紙本移往法務建檔</a:t>
            </a:r>
            <a:endParaRPr lang="zh-TW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2"/>
          </p:nvPr>
        </p:nvSpPr>
        <p:spPr>
          <a:xfrm>
            <a:off x="323849" y="827782"/>
            <a:ext cx="9505627" cy="504825"/>
          </a:xfrm>
        </p:spPr>
        <p:txBody>
          <a:bodyPr/>
          <a:lstStyle/>
          <a:p>
            <a:r>
              <a:rPr lang="zh-TW" altLang="en-US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根據</a:t>
            </a:r>
            <a:r>
              <a:rPr lang="en-US" altLang="zh-TW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[</a:t>
            </a:r>
            <a:r>
              <a:rPr lang="zh-TW" altLang="en-US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表單編號</a:t>
            </a:r>
            <a:r>
              <a:rPr lang="en-US" altLang="zh-TW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]</a:t>
            </a:r>
            <a:r>
              <a:rPr lang="zh-TW" altLang="en-US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用夾子夾好紙本</a:t>
            </a:r>
            <a:r>
              <a:rPr lang="en-US" altLang="zh-TW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TW" altLang="en-US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如果沒有將直接退件</a:t>
            </a:r>
            <a:r>
              <a:rPr lang="en-US" altLang="zh-TW" b="1" u="sng" dirty="0" smtClean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), 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以</a:t>
            </a:r>
            <a:r>
              <a:rPr lang="en-US" altLang="zh-TW" dirty="0" smtClean="0">
                <a:latin typeface="Microsoft YaHei" panose="020B0503020204020204" charset="-122"/>
                <a:ea typeface="Microsoft YaHei" panose="020B0503020204020204" charset="-122"/>
              </a:rPr>
              <a:t>[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成箱</a:t>
            </a:r>
            <a:r>
              <a:rPr lang="en-US" altLang="zh-TW" dirty="0" smtClean="0">
                <a:latin typeface="Microsoft YaHei" panose="020B0503020204020204" charset="-122"/>
                <a:ea typeface="Microsoft YaHei" panose="020B0503020204020204" charset="-122"/>
              </a:rPr>
              <a:t>]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形式</a:t>
            </a:r>
            <a:r>
              <a:rPr lang="en-US" altLang="zh-TW" dirty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TW" altLang="en-US" dirty="0">
                <a:latin typeface="Microsoft YaHei" panose="020B0503020204020204" charset="-122"/>
                <a:ea typeface="Microsoft YaHei" panose="020B0503020204020204" charset="-122"/>
              </a:rPr>
              <a:t>送到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法務</a:t>
            </a:r>
            <a:r>
              <a:rPr lang="en-US" altLang="zh-TW" dirty="0" smtClean="0">
                <a:latin typeface="Microsoft YaHei" panose="020B0503020204020204" charset="-122"/>
                <a:ea typeface="Microsoft YaHei" panose="020B0503020204020204" charset="-122"/>
              </a:rPr>
              <a:t>, 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收件後法務刷</a:t>
            </a:r>
            <a:r>
              <a:rPr lang="zh-TW" altLang="en-US" dirty="0">
                <a:latin typeface="Microsoft YaHei" panose="020B0503020204020204" charset="-122"/>
                <a:ea typeface="Microsoft YaHei" panose="020B0503020204020204" charset="-122"/>
              </a:rPr>
              <a:t>二維</a:t>
            </a:r>
            <a:r>
              <a:rPr lang="zh-TW" altLang="en-US" dirty="0" smtClean="0">
                <a:latin typeface="Microsoft YaHei" panose="020B0503020204020204" charset="-122"/>
                <a:ea typeface="Microsoft YaHei" panose="020B0503020204020204" charset="-122"/>
              </a:rPr>
              <a:t>條碼確認建檔</a:t>
            </a:r>
            <a:endParaRPr lang="zh-TW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96429" y="1404516"/>
          <a:ext cx="8856984" cy="370098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4246"/>
                <a:gridCol w="2214246"/>
                <a:gridCol w="2214246"/>
                <a:gridCol w="2214246"/>
              </a:tblGrid>
              <a:tr h="506936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地理位置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送到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部門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收件者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</a:tr>
              <a:tr h="1249977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台北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台北總部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法務中心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Queenie Wang(</a:t>
                      </a:r>
                      <a:r>
                        <a:rPr lang="zh-TW" altLang="en-US" dirty="0" smtClean="0"/>
                        <a:t>王姿月</a:t>
                      </a:r>
                      <a:r>
                        <a:rPr lang="en-US" altLang="zh-TW" dirty="0" smtClean="0"/>
                        <a:t>_</a:t>
                      </a:r>
                      <a:r>
                        <a:rPr lang="en-US" altLang="zh-TW" dirty="0" err="1" smtClean="0"/>
                        <a:t>Pegatron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</a:tr>
              <a:tr h="1249977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上海</a:t>
                      </a:r>
                      <a:r>
                        <a:rPr lang="en-US" altLang="zh-TW" dirty="0" smtClean="0"/>
                        <a:t>&amp;</a:t>
                      </a:r>
                      <a:r>
                        <a:rPr lang="zh-TW" altLang="en-US" dirty="0" smtClean="0"/>
                        <a:t>其他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上海昌碩</a:t>
                      </a:r>
                      <a:r>
                        <a:rPr lang="en-US" altLang="zh-TW" dirty="0" smtClean="0"/>
                        <a:t>-RDA</a:t>
                      </a:r>
                      <a:r>
                        <a:rPr lang="zh-TW" altLang="en-US" dirty="0" smtClean="0"/>
                        <a:t>辦公大樓</a:t>
                      </a:r>
                      <a:r>
                        <a:rPr lang="en-US" altLang="zh-TW" dirty="0" smtClean="0"/>
                        <a:t>-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六樓法務部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一般法務一課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Lemon2 Tao(</a:t>
                      </a:r>
                      <a:r>
                        <a:rPr lang="zh-TW" altLang="en-US" dirty="0" smtClean="0"/>
                        <a:t>陶丹</a:t>
                      </a:r>
                      <a:r>
                        <a:rPr lang="en-US" altLang="zh-TW" dirty="0" smtClean="0"/>
                        <a:t>_PSH)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</a:tr>
              <a:tr h="694099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崑山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崑山</a:t>
                      </a:r>
                      <a:r>
                        <a:rPr lang="en-US" altLang="zh-TW" dirty="0" smtClean="0"/>
                        <a:t>-(</a:t>
                      </a:r>
                      <a:r>
                        <a:rPr lang="zh-TW" altLang="en-US" dirty="0" smtClean="0"/>
                        <a:t>醫務室旁邊</a:t>
                      </a:r>
                      <a:r>
                        <a:rPr lang="en-US" altLang="zh-TW" dirty="0" smtClean="0"/>
                        <a:t>)FU</a:t>
                      </a:r>
                      <a:r>
                        <a:rPr lang="zh-TW" altLang="en-US" dirty="0" smtClean="0"/>
                        <a:t>新大樓</a:t>
                      </a:r>
                      <a:r>
                        <a:rPr lang="en-US" altLang="zh-TW" dirty="0" smtClean="0"/>
                        <a:t>-</a:t>
                      </a:r>
                      <a:r>
                        <a:rPr lang="zh-TW" altLang="en-US" dirty="0" smtClean="0"/>
                        <a:t>二樓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一般法務四課</a:t>
                      </a:r>
                      <a:endParaRPr lang="zh-TW" altLang="en-US" dirty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Aimee Que(</a:t>
                      </a:r>
                      <a:r>
                        <a:rPr lang="zh-TW" altLang="zh-TW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卻佳潔</a:t>
                      </a:r>
                      <a:r>
                        <a:rPr lang="en-US" altLang="zh-TW" sz="180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_PKS)</a:t>
                      </a:r>
                      <a:endParaRPr lang="en-US" altLang="zh-TW" dirty="0" smtClean="0">
                        <a:latin typeface="Noto Serif CJK TC" pitchFamily="18" charset="-128"/>
                        <a:ea typeface="Noto Serif CJK TC" pitchFamily="18" charset="-128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圓角化同側角落矩形 3"/>
          <p:cNvSpPr/>
          <p:nvPr/>
        </p:nvSpPr>
        <p:spPr>
          <a:xfrm>
            <a:off x="5076825" y="108585"/>
            <a:ext cx="3528060" cy="647700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TW" sz="3200"/>
              <a:t>Need Update </a:t>
            </a:r>
            <a:endParaRPr lang="en-US" altLang="zh-TW" sz="32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3"/>
          </p:nvPr>
        </p:nvSpPr>
        <p:spPr>
          <a:xfrm>
            <a:off x="0" y="0"/>
            <a:ext cx="9721850" cy="6121400"/>
          </a:xfrm>
          <a:solidFill>
            <a:schemeClr val="bg1"/>
          </a:solidFill>
        </p:spPr>
        <p:txBody>
          <a:bodyPr/>
          <a:lstStyle/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		</a:t>
            </a:r>
            <a:r>
              <a:rPr lang="en-US" altLang="zh-TW" sz="2000" dirty="0" smtClean="0">
                <a:latin typeface="Noto Serif CJK TC Black" pitchFamily="18" charset="-128"/>
                <a:ea typeface="Noto Serif CJK TC Black" pitchFamily="18" charset="-128"/>
              </a:rPr>
              <a:t>                                      Thanks! </a:t>
            </a:r>
            <a:b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9FD7DC3-1AF2-43B1-B0EA-3FB6B5B2136F}" type="slidenum">
              <a:rPr lang="zh-TW" altLang="en-US" smtClean="0"/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編號版面配置區 4"/>
          <p:cNvSpPr>
            <a:spLocks noGrp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charset="-120"/>
              </a:defRPr>
            </a:lvl9pPr>
          </a:lstStyle>
          <a:p>
            <a:pPr eaLnBrk="1" hangingPunct="1"/>
            <a:fld id="{A62F34BF-30FD-4E88-A616-69373C1FE2C1}" type="slidenum">
              <a:rPr lang="zh-TW" altLang="en-US" smtClean="0"/>
            </a:fld>
            <a:endParaRPr lang="zh-TW" altLang="en-US" smtClean="0"/>
          </a:p>
        </p:txBody>
      </p:sp>
      <p:pic>
        <p:nvPicPr>
          <p:cNvPr id="9219" name="圖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71550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G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2032</Words>
  <Application>WPS Presentation</Application>
  <PresentationFormat>自訂</PresentationFormat>
  <Paragraphs>229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新細明體</vt:lpstr>
      <vt:lpstr>Wingdings</vt:lpstr>
      <vt:lpstr>Calibri</vt:lpstr>
      <vt:lpstr>新細明體</vt:lpstr>
      <vt:lpstr>Myriad Pro Light</vt:lpstr>
      <vt:lpstr>Segoe Print</vt:lpstr>
      <vt:lpstr>文鼎新細黑</vt:lpstr>
      <vt:lpstr>微軟正黑體</vt:lpstr>
      <vt:lpstr>Arial Unicode MS</vt:lpstr>
      <vt:lpstr>Noto Serif CJK TC</vt:lpstr>
      <vt:lpstr>Noto Serif CJK TC Black</vt:lpstr>
      <vt:lpstr>Yu Gothic</vt:lpstr>
      <vt:lpstr>SimSun</vt:lpstr>
      <vt:lpstr>Microsoft YaHei</vt:lpstr>
      <vt:lpstr>Arial Unicode MS</vt:lpstr>
      <vt:lpstr>PEGATRON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Jackie Huang(黃崇敬_Pegatron)</dc:creator>
  <cp:lastModifiedBy>Andy6_Sui</cp:lastModifiedBy>
  <cp:revision>238</cp:revision>
  <dcterms:created xsi:type="dcterms:W3CDTF">2014-10-27T07:11:00Z</dcterms:created>
  <dcterms:modified xsi:type="dcterms:W3CDTF">2021-11-29T05:55:29Z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1028-11.8.2.8372</vt:lpwstr>
  </property>
</Properties>
</file>